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3B968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3B968F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3B968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10 arnaques crypto les plus courantes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Reconnaître un site frauduleux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02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vos comptes : 2FA, hardware wallet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10 arnaques crypto les plus courantes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crypto est un environnement libre — libre aussi pour les arnaqueurs.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année, des milliards de dollars sont volés à des utilisateurs pas assez vigilants.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Voici les schémas les plus fréquents.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Connaître = éviter.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Le faux support technique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vous contacte sur Telegram, WhatsApp ou Discord en se présentant comme « support Trust Wallet », « support 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vous demande votre phrase secrète pour « débloquer votre compte ».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vrai support ne fait ça.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Le faux investissement à rendement garanti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Investissez 100 000 CFA, doublez en 30 jours, garanti !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investissement légitime ne garantit un rendement.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 schéma pyramidal (Ponzi).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Fuyez.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Le faux romance / amour sur Tinder ou Facebook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vous drague en ligne, gagne votre confiance sur plusieurs semaines, puis vous convainc d'investir sur une « plateforme géniale ».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perdez tout.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schéma s'appelle « pig butchering » et rapporte des milliards par an.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Le faux airdrop / cadeau Elon Musk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vidéo YouTube en direct (souvent piratée) montre Elon Musk qui promet de doubler les bitcoins envoyés à une adresse.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envoyez, vous ne recevez rien.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Le phishing par SMS ou e-mail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recevez un message « Votre compte Binance a été pira...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pour le sécuriser ».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lien mène à une fausse copie du site.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entrez vos identifiants, l'attaquant les récupère.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Le site copié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cherchez « Trust Wallet » sur Google.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résultat est une pub — un faux site qui ressemble en tout point à l'original.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téléchargez, vous entrez votre phrase, tout est volé.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Le bot Telegram « d'échange »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groupes Telegram promettent d'échanger vos CFA contre des USDT à un taux imbattable.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envoyez le paiement, jamais de USDT, bot supprimé.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Le faux job / recruteur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Quelqu'un vous propose un emploi « tester des application...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vous demande de déposer une caution pour « garantir vo...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payez jamais pour un emploi.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L'URL malveillante dans un tweet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projet crypto que vous suivez annonce un événement.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cliquez sur le lien dans un tweet — mais ce tweet est un faux, l'URL mène à un site de phishing.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nouveau projet crypto lance un token, fait la pub, monte artificiellement le prix, puis les créateurs vendent tout d'un coup et disparaissent.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règle universelle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crypto, personne ne donne rien.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cadeau, aucun rendement garanti, aucun ami « super serviable » d'Internet.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c'est trop beau pour être vrai, ça l'est.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Reconnaître un site frauduleux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faux sites de crypto sont l'un des vecteurs d'arnaque les plus courants.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Voici comment les repérer avant de vous faire piéger.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Vérifier l'URL — TOUJOURS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Regardez la barre d'adresse de votre navigateur. Comparez lettre par lettre avec l'URL officielle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trustwallet.com (vrai) vs trust-wallet.com (faux)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binance.com (vrai) vs binance.co (faux)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terex-app.com (vrai) vs terex.app.security-verify.com (faux)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Astuce : bookmarkez les vrais sites que vous utilisez régulièrement. Utilisez...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Ne cliquez JAMAIS sur les publicités crypto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laisse encore passer des pubs pour de faux sites c...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premier résultat quand vous cherchez « Trust Wallet » ...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pub malveillante.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les résultats organiques ou tapez directement l'...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Vérifiez le cadenas HTTPS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vrais sites crypto sont en HTTPS.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attention : un cadenas ne prouve pas la légitimité, seulement le chiffrement.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Méfiez-vous du sentiment d'urgence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Dernière chance !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», « Votre compte sera bloqué dans 10 minutes !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», « Airdrop expire dans 1h !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L'urgence est la technique préférée des arnaqueurs — elle vous empêche de réf...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Prenez toujours 5 minutes pour respirer et vérifier.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Vérifiez les avis en dehors du site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sur Google : « nom du site + scam » ou « nom du 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Consultez Reddit (r/CryptoScams).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Demandez sur un groupe crypto de confiance.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Aucun site légitime ne demande votre phrase secrète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Répétons-le : SI un site vous demande votre phrase secrète pour « valider votre wallet », « débloquer un airdrop », « recevoir un cadeau », « migrer votre wallet »...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une arnaque à 100%.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Certaines extensions Chrome se font passer pour MetaMask ou Trust Wallet et volent votre phrase quand vous la saisissez.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téléchargez que depuis les liens officiels des sites concernés.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 toute action importante, demandez-vous : « Suis-je sur le bon site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Est-ce que je peux le vérifier de 5 façons différentes ?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Reconnaître un site frauduleux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trustwallet.com (vrai) vs trust-wallet.com (faux)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binance.com (vrai) vs binance.co (faux)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terex-app.com (vrai) vs terex.app.security-verify.com (faux)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sur Google : « nom du site + scam » ou « nom du site + avis ».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Consultez Reddit (r/CryptoScams).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Tous les vrais sites crypto sont en HTTPS. MAIS attention : un cadenas ne prouve pas la légitimité, seulement le chiffrement.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Méfiez-vous du sentiment d'urgence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Dernière chance ! », « Votre compte sera bloqué dans 10 minutes ! », « Airdrop expire dans 1h ! ». L'urgence est la technique préférée des arnaqueurs — elle vous empêche de réfléchir. Prenez toujours 5 minutes pour respirer et vérifier.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218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3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vos comptes : 2FA, hardware wallet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Sécurité : arnaques, phishing, bonnes pratiques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cryptos ne valent que ce que vaut leur protection. Voici les défenses essentielles à mettre en place.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 mot de passe unique et long pour chaque plateforme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réutiliser un mot de passe.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un gestionnaire de mots de passe (Bitwarden gratuit, 1Password payant) qui génère des mots de passe uniques 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Terex, Binance, votre boîte mail — un mot de passe différent à chaque fois.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piratage sur un site ne compromet pas les autres.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Activer la 2FA (authentification à deux facteurs) partout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2FA ajoute un code à 6 chiffres généré toutes les 30 secondes, en plus de votre mot de passe. Même si un attaquant a votre mot de passe, il ne peut pas se connecter sans votr...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activer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Téléchargez Google Authenticator ou Authy sur votre téléphone.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chaque site (Terex, Binance, votre e-mail Gmail), cherchez « Two-Factor Authentication » dans les paramètres de sécurité.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 QR code avec votre app.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le code de récupération dans un endroit sûr.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 : évitez la 2FA par SMS. Le « SIM swap » (voler votre numéro de téléphone) est trop facile. Utilisez toujours une app d'authentification.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Sécuriser votre boîte mail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e-mail est la clé de vos comptes. Si un attaquant y accède, il peut demander des réinitialisations de mot de passe partout.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un mot de passe très fort et unique.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Activez la 2FA (via app d'authentification).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N'utilisez cette adresse QUE pour les services financiers.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Le hardware wallet pour les gros montants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hardware wallet est un petit appareil (Ledger, Trezor) qui stocke vos clés privées HORS LIGNE.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si votre ordinateur est piraté, vos clés ne quittent jamais l'appareil physique.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tout montant au-dessus de 5000-10 000$, c'est un investissement obligatoire.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Ledger Nano S+ coûte environ 70€ — dérisoire par rapport à ce qu'il protège.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Bonnes pratiques d'achat : n'achetez QUE sur le site officiel (ledger.com, tr...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Jamais sur Amazon, jamais d'occasion — un hardware wallet compromis avant l'a...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Séparer les wallets par usage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wallet « chaud » (Trust Wallet, MetaMask) sur mobile p...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montants du quotidien.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wallet « froid » (Ledger) pour l'épargne long terme.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02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faire de transactions DeFi risquées depuis le w...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3B968F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96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Les mises à jour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Maintenez votre téléphone, votre navigateur, votre wallet à jour.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failles de sécurité sont patchées régulièrement — ne pas mettre à jour = laisser la porte ouverte.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Évitez de vous connecter à vos comptes crypto sur du Wi-Fi public (café, aéroport).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devez le faire, utilisez un VPN.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 de passe unique + 2FA (par app) + hardware wallet pour les gros montants.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 trois défenses éliminent 99% des attaques.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A20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BC1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Protéger vos comptes : 2FA, hardware wallet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Téléchargez Google Authenticator ou Authy sur votre téléphone.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chaque site (Terex, Binance, votre e-mail Gmail), cherchez « Two-Factor Authentication » dans les paramètres de sécurité.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Scannez le QR code avec votre app.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le code de récupération dans un endroit sûr.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214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3B968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2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Utilisez un mot de passe très fort et unique.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A1414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DC262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jamais réutiliser un mot de passe. Utilisez un gestionnaire de mots de passe (Bitwarden gratuit, 1Password payant) qui génère des mots de passe uniques de 20+ caractères.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Terex, Binance, votre boîte mail — un mot de passe différent à chaque fois. Un piratage sur un site ne compromet pas les autres.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Activer la 2FA (authentification à deux facteurs) partout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3B968F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99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3B968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10 - Sécurité : arnaques, phishing, bonnes pratiques</dc:title>
  <dc:subject>Sécurité : arnaques, phishing, bonnes pratiques</dc:subject>
  <dc:creator>Terex Academy</dc:creator>
  <cp:lastModifiedBy>Terex Academy</cp:lastModifiedBy>
  <cp:revision>1</cp:revision>
  <dcterms:created xsi:type="dcterms:W3CDTF">2026-09-07T12:08:38Z</dcterms:created>
  <dcterms:modified xsi:type="dcterms:W3CDTF">2026-09-07T12:08:38Z</dcterms:modified>
</cp:coreProperties>
</file>