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366F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6366F1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 à quelqu'un fonctionne exactement comme envoyer un e-mail : vous avez une adresse d'envoi (la vôtre), une adresse de réception (celle du destinataire), un mo...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Récupérer l'adresse du destinataire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la personne à qui vous voulez envoyer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adresse crypto (elle vous la copie-colle).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correspondant. Sans cette info, vous ne pouvez pas envoyer en sécurité.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personne vous envoie une adresse ERC20 mais que vous avez des USDT-TRC2...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demander une adresse TRC20.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vos USDT-TRC20 en USDT-ERC20 (via Binance ou un service de bridge —...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Ouvrir votre wallet et choisir « Envoyer »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le token à envoyer (USDT), sur le bon réseau (TRC20 par exemple). Cliquez sur « Envoyer » (ou « Send »).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Coller l'adresse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Copier-coller uniquement.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Vérifiez visuellement les premiers et derniers caractères.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êtes en face du destinataire, préférez le QR code.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Entrer le montant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pouvez entrer un montant en USDT ou parfois en USD si votre wallet l'affiche.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Vérifier les frais réseau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wallet affiche les frais qui seront prélevés. Sur TRC2...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ERC20 : peut monter à plusieurs dollars. Les frais sont payés en :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TRX si vous envoyez depuis Tron.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si vous envoyez depuis BNB Chain.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 si vous envoyez depuis Ethereum.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 (ou POL) sur Polygon.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vous devez avoir un peu de la monnaie native ...</a:t>
            </a:r>
            <a:endParaRPr lang="en-US" sz="1100" dirty="0"/>
          </a:p>
        </p:txBody>
      </p:sp>
      <p:sp>
        <p:nvSpPr>
          <p:cNvPr id="22" name="Text 14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frais. Si vous n'avez que des USDT-TRC20 sans TRX du tout, la transaction écho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— Confirmer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validé, la transaction est diffusée sur le réseau.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voyez un ID de transaction (« Transaction Hash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Gardez-le : il prouve l'envoi et permet de suivre l'état sur l'explorateur.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destinataire reçoit ses fonds en quelques secondes à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classique à éviter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sur le mauvais réseau (TRC20 sur adresse ERC20 par exemple).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cause n°1 de perte de fonds.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la leçon suivante.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cryptos, pas à pas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adresse crypto (elle vous la copie-colle).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correspondant. Sans cette info, vous ne pouvez pas envoyer en sécurité.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 demander une adresse TRC20.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vos USDT-TRC20 en USDT-ERC20 (via Binance ou un service de bridge — sujet avancé).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TRX si vous envoyez depuis Tron.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D1B1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: vous devez avoir un peu de la monnaie native pour payer les frais. Si vous n'avez que des USDT-TRC20 sans TRX du tout, la transaction échouera. Astuce : gardez toujours l'équivalent de 5$ de monnaie native dans le wallet pour couvrir 5-10 transactions.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6 — Confirmer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validé, la transaction est diffusée sur le réseau. Vous voyez un ID de transaction (« Transaction Hash »). Gardez-le : il prouve l'envoi et permet de suivre l'état sur l'explorateur.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fois que vous envoyez une transaction sur une blockchain, vous payez des « frais réseau » (ou « gas fees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 qui incite les validateurs à traiter votre transaction et sécurise le système.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viennent ces frais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vous envoyez une transaction, elle rejoint une file d'attente (la « mempool »).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validateurs choisissent quelles transactions inclure en priorité dans le prochain bloc.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choisissent celles qui paient le plus de frais.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Donc : plus vous payez, plus vous êtes servi vite.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vous payez, plus votre transaction attend (voire n'est jamais incluse s...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ça coûte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: ~1 USDT quel que soit le montant.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prévisible.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raison principale pour laquelle l'USDT-TRC20 domine en Afrique.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: ~0,10 à 0,50 USDT. Très raisonnable.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: moins de 0,01 USDT. Quasi gratuit.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: 0,00025 SOL ≈ 0,04 USDT. Presque gratuit.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: très variable.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ça coûte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période calme : 2-5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période chargée : 20-50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pic de spéculation : jusqu'à 200 USDT pour une simple transaction.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pour ça qu'ERC20 ne devrait être utilisé que pour de gros montants, où les frais deviennent relativement faibles.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ne pas payer trop cher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bon réseau : préférez TRC20 pour les petits transferts USDT.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heures de pointe sur Ethereum : les frais explosent en journée US (14h-23h UTC). Envoyez plutôt le matin o...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Regrouper vos envois : plutôt que d'envoyer 10 fois 10$ à la même personne, e...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paniquer sur une transaction lente : quand le réseau est chargé, il va...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frais existent-ils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frais, un attaquant pourrait spammer le réseau avec des millions de transactions vides et le paralyser.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frais découragent le spam et rétribuent les validateurs.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les frais de réseau (gas fees)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bon réseau : préférez TRC20 pour les petits transferts USDT.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heures de pointe sur Ethereum : les frais explosent en journée US (14h-23h UTC). Envoyez plutôt le matin ou la nuit.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Regrouper vos envois : plutôt que d'envoyer 10 fois 10$ à la même personne, envoyez 100$ d'un coup. Frais divisés par 10.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paniquer sur une transaction lente : quand le réseau est chargé, il vaut mieux attendre que d'essayer de « pousser » avec plus de frais.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Envoyer, recevoir &amp; comprendre les réseaux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leçon la plus importante de tout ce cours. Retenez-la, gravez-la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Le réseau d'envoi et le réseau de réception DOIVENT être identiques.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envoyez de l'USDT sur un réseau incompatible avec l'adresse de destination, vos fonds sont perdus définitivement.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— pas Terex, pas Trust Wallet, pas Binance — ne peut les récupérer.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1 : USDT-TRC20 envoyé à une adresse ERC20 (0x…)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adresses ERC20 et TRC20 ont des formats très différents (0x… vs T…), mais parfois les gens confondent quand même.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adresse 0x est une adresse Ethereum ou BNB ou Polygon — jamais Tron.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vos USDT partent dans le vide.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2 : USDT-ERC20 envoyé à une adresse BNB Chain (0x…)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Celle-là est vicieuse : les adresses ERC20 et BEP20 ont le même format (0x…).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Physiquement, elles peuvent même être identiques.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les tokens sont émis sur des réseaux différents.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: les USDT partent sur Ethereum, arrivent à l'adresse, mais la personne qui contrôle cette adresse sur BNB Chain ne les voit PAS dans son wallet — parce qu'ils s...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possible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 cas précis, oui, en théorie.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destinataire a la clé privée de cette adresse ET importe son wallet sur MetaMask configuré pour Ethereum, il peut voir et récupérer les fonds.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2 : USDT-ERC20 envoyé à une adresse BNB Chain (0x…)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c'est technique, et beaucoup d'utilisateurs n'y parviennent pas.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3 : USDT envoyé à une adresse Solana ou Aptos par erreur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récupération possible.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vérifications systématiques avant CHAQUE envoi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du wallet source = le réseau attendu par le des...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caractère de l'adresse correspond au réseau :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T… → Tron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0x… → Ethereum, BNB Chain ou Polygon (attention : trois p...</a:t>
            </a:r>
            <a:endParaRPr lang="en-US" sz="1100" dirty="0"/>
          </a:p>
        </p:txBody>
      </p:sp>
      <p:sp>
        <p:nvSpPr>
          <p:cNvPr id="15" name="Text 9"/>
          <p:cNvSpPr txBox="1"/>
          <p:nvPr/>
        </p:nvSpPr>
        <p:spPr>
          <a:xfrm>
            <a:off x="73152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Base58 (chiffres et lettres mélangés) → Solana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est celui que vous vouliez envoyer.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notre interface vous demande de choisir le réseau avant l'adresse.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le réseau choisi, la validation d'adresse est stricte : si vous collez une adresse d'un autre réseau, un message rouge apparaît immédiatement.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faites toujours un test avec un petit montant pour votre première transaction vers un nouveau destinataire.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doute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Contactez notre support avant d'envoyer.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préférons répondre à 100 questions préventives plutôt qu'à une seule après une erreur irréversible.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Éviter les erreurs de réseau — la règle absolue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du wallet source = le réseau attendu par le destinataire.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caractère de l'adresse correspond au réseau :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0x… → Ethereum, BNB Chain ou Polygon (attention : trois possibilités !)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Base58 (chiffres et lettres mélangés) → Solana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est celui que vous vouliez envoyer.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D1B1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la leçon la plus importante de tout ce cours. Retenez-la, gravez-la 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Le réseau d'envoi et le réseau de réception DOIVENT être identiques.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envoyez de l'USDT sur un réseau incompatible avec l'adresse de destination, vos fonds sont perdus définitivement. Personne — pas Terex, pas Trust Wallet, pas Binance — ne peut les récupérer.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6366F1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9 - Envoyer, recevoir &amp; comprendre les réseaux</dc:title>
  <dc:subject>Envoyer, recevoir &amp; comprendre les réseaux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