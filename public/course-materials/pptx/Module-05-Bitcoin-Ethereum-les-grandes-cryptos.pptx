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22C55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22C55E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37160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Bitcoin, Ethereum &amp; les grandes cryptos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TEREX ACADEMY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Crypto &amp; Blockchain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31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1A233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37160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444752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371600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(BTC) — l'or numérique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192024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1A23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8680" y="192024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99339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37360" y="1920240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(ETH) — l'ordinateur mondial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246888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1A233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8680" y="24688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54203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737360" y="2468880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BNB, Solana, Tron, Polygon — les autres écosystèmes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548640"/>
            <a:ext cx="1280160" cy="12801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11680"/>
            <a:ext cx="822960" cy="8229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583680" y="-274320"/>
            <a:ext cx="3200400" cy="3200400"/>
          </a:xfrm>
          <a:prstGeom prst="ellipse">
            <a:avLst/>
          </a:prstGeom>
          <a:solidFill>
            <a:srgbClr val="22C55E">
              <a:alpha val="6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731520" y="914400"/>
            <a:ext cx="45720" cy="21945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96012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 1 / 3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960120" y="13716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(BTC) — l'or numérique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Bitcoin, Ethereum &amp; les grandes cryptos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est la crypto originelle, la plus ancienne (2009) et de loin la plus valorisée.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l'appelle souvent « l'or numérique » — et pour de bonnes raisons.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Leçon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caractéristiques uniques :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Rareté programmée : il n'y aura jamais plus de 21 millions de BTC. Aucune autorité ne peut en créer davantage. Cette ...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Émission décroissante (le halving) : tous les 4 ans environ, la récompense reçue par les mineurs est divisée par deux...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20640" y="100584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1064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06440" y="1005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imbattable : le réseau Bitcoin est protégé par une quantité d'énergi...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120640" y="173736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37944"/>
            <a:ext cx="438912" cy="4389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0644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Simplicité voulue : Bitcoin ne fait qu'une chose, mais il la fait bien : tran...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quoi ça sert concrètement ?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430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 de valeur à long terme : de plus en plus d'entrep...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articuliers en détiennent comme protection contre l'inflation.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75488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9204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international : envoyer 10 000$ à Dubaï en 20 minut...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89204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frais, sans passer par une banque.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31520" y="251460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5176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68680" y="3227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 spéculatif : son prix bouge beaucoup, ce qui attire...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86868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(mais rend son achat risqué à court terme).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754880" y="251460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65176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892040" y="3227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: Bitcoin n'est PAS adapté pour les paiements d...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489204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lent, frais qui varient, prix volatil. Pour ça, les stablecoins (Module 5) 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(BTC) — l'or numérique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46304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463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Rareté programmée : il n'y aura jamais plus de 21 millions de BTC. Aucune autorité ne peut en créer davantage. Cette rareté est inscrite dans le code.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10312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210312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103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imbattable : le réseau Bitcoin est protégé par une quantité d'énergie colossale. L'attaquer coûterait des dizaines de milliards de dollars...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274320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4320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2743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Simplicité voulue : Bitcoin ne fait qu'une chose, mais il la fait bien : transférer de la valeur. Il n'y a pas de « smart contracts » complexes. C'...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338328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338328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508760" y="33832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 de valeur à long terme : de plus en plus d'entreprises et de particuliers en détiennent comme protection contre l'inflation.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31520" y="402336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402336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40233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international : envoyer 10 000$ à Dubaï en 20 minutes, pour 2$ de frais, sans passer par une banque.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046720" cy="3840480"/>
          </a:xfrm>
          <a:prstGeom prst="roundRect">
            <a:avLst>
              <a:gd name="adj" fmla="val 3571"/>
            </a:avLst>
          </a:prstGeom>
          <a:solidFill>
            <a:srgbClr val="2D1B1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54864" cy="38404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772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371600"/>
            <a:ext cx="7406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: Bitcoin n'est PAS adapté pour les paiements du quotidien. Trop lent, frais qui varient, prix volatil. Pour ça, les stablecoins (Module 5) sont beaucoup mieux.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548640"/>
            <a:ext cx="1280160" cy="12801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11680"/>
            <a:ext cx="822960" cy="8229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583680" y="-274320"/>
            <a:ext cx="3200400" cy="3200400"/>
          </a:xfrm>
          <a:prstGeom prst="ellipse">
            <a:avLst/>
          </a:prstGeom>
          <a:solidFill>
            <a:srgbClr val="22C55E">
              <a:alpha val="6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731520" y="914400"/>
            <a:ext cx="45720" cy="21945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96012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 2 / 3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960120" y="13716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(ETH) — l'ordinateur mondial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Bitcoin, Ethereum &amp; les grandes cryptos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Bitcoin est de l'or numérique, Ethereum est un ordinateur mondial décentralisé.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Lancé en 2015 par Vitalik Buterin (alors âgé de 21 ans), Ethereum ne se contente pas de transférer de la valeur : il permet d'exécuter des programmes.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Leçon 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concept clé : le smart contract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smart contract est un programme qui s'exécute automatiquement quand une condition est remplie. Exemple : « Si Ali ...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déployé, ce programme 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sans intermédiaire.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20640" y="100584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1064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06440" y="1005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peut pas être modifié.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120640" y="173736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37944"/>
            <a:ext cx="438912" cy="4389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0644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peut pas être arrêté (sauf s'il a été programmé pour ça).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743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a permis de créer :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96012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stablecoins comme USDT : un smart contract qui garantit qu'un token vaut toujours 1 dollar.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échanges décentralisés (DEX) : Uniswap, PancakeSwap. Échanger des cryptos sans passer par une plateforme centralisée.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DeFi : prêter et emprunter des cryptos à des taux de marché, gagner des intérêts sur ses économies.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NFT : preuves d'unicité et de propriété pour l'art numérique, la musique, les jeux vidéo.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DAO : organisations gérées collectivement par des règles inscrites sur la blockchain.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 faible historique d'Ethereum : les frais de transaction peuvent monter très haut quand le réseau est saturé (parfois 20-50$ par transaction). C'est pour ça que d'autres...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l'USDT, si vous voulez le moins cher : Tron (TRC20). Si vous voulez le plus universel : Ethereum (ERC20).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Leçon 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(ETH) — l'ordinateur mondial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46304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463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sans intermédiaire.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10312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210312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103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peut pas être modifié.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274320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4320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2743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peut pas être arrêté (sauf s'il a été programmé pour ça).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338328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338328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508760" y="33832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stablecoins comme USDT : un smart contract qui garantit qu'un token vaut toujours 1 dollar.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31520" y="402336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402336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40233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échanges décentralisés (DEX) : Uniswap, PancakeSwap. Échanger des cryptos sans passer par une plateforme centralisée.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548640"/>
            <a:ext cx="1280160" cy="12801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11680"/>
            <a:ext cx="822960" cy="8229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583680" y="-274320"/>
            <a:ext cx="3200400" cy="3200400"/>
          </a:xfrm>
          <a:prstGeom prst="ellipse">
            <a:avLst/>
          </a:prstGeom>
          <a:solidFill>
            <a:srgbClr val="22C55E">
              <a:alpha val="6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731520" y="914400"/>
            <a:ext cx="45720" cy="21945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96012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 3 / 3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960120" y="13716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BNB, Solana, Tron, Polygon — les autres écosystèmes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Bitcoin, Ethereum &amp; les grandes cryptos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Bitcoin et Ethereum, plusieurs blockchains alternatives (parfois appelées « alt-chains ») sont apparues pour offrir des transactions plus rapides et moins chères.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Leçon 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 (TRX)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Lancée en 2017 par Justin Sun.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blockchain de choix pour envoyer de l'USDT en Afrique et en Asie du Sud-Est.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20640" y="100584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1064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06440" y="1005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frais sont minuscules (~1 USDT par transfert), et c'est très rapide (3 se...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120640" y="173736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37944"/>
            <a:ext cx="438912" cy="4389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0644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Terex, le réseau TRC20 = Tron.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BNB Chain (anciennement Binance Smart Chain)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430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Lancée en 2020 par la plateforme Binance.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5488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89204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avec Ethereum, mais 50 fois moins chère.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31520" y="251460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5176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68680" y="3227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Utilisée pour PancakeSwap (le plus gros DEX), pour les je...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86868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 de nombreux projets africains.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4754880" y="251460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651760"/>
            <a:ext cx="502920" cy="5029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892040" y="3227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Terex, BEP20 = BNB Chain.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743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(SOL)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96012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Lancée en 2020.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des plus rapides du monde : plus de 50 000 transactions par seconde théoriques.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quasi nuls (0,0001$).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populaire pour les NFT et les paiements.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dynamique mais réseau qui a connu quelques pannes.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Leçon 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(MATIC / POL)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« couche 2 » construite au-dessus d'Ethereum.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hérite de la sécurité d'Ethereum mais avec des frais 1000 fois plus bas.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20640" y="100584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1064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06440" y="1005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Utilisée par Starbucks, Reddit, Nike pour leurs projets NFT.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Aptos, Sui, TON…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430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nouvelle génération.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5488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89204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Aptos et Sui sont issus de l'ancien projet Diem de Facebook.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31520" y="251460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5176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68680" y="3227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est né de Telegram.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754880" y="251460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651760"/>
            <a:ext cx="502920" cy="5029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892040" y="3227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promettent des performances encore supérieures.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743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retenir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96012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utilisateur africain qui veut de l'USDT 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TRC20 (Tron) = le moins cher, le plus utilisé en Afrique. Notre recommandation par défaut.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BEP20 (BNB Chain) = pas cher, utile si vous utilisez Binance.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ERC20 (Ethereum) = le plus universel, mais frais plus élevés.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Polygon, Solana, Aptos = si votre destinataire vous demande spécifiquement ce réseau.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d'or absolue : le réseau d'envoi et le réseau de réception DOIVENT être identiques. Envoyer de l'USDT-TRC20 sur une adresse ERC20 = perte définitive. Nous approfondirons c...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Leçon 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BNB, Solana, Tron, Polygon — les autres écosystèmes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46304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463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TRC20 (Tron) = le moins cher, le plus utilisé en Afrique. Notre recommandation par défaut.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10312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210312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103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BEP20 (BNB Chain) = pas cher, utile si vous utilisez Binance.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274320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4320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2743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ERC20 (Ethereum) = le plus universel, mais frais plus élevés.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338328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338328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508760" y="33832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Polygon, Solana, Aptos = si votre destinataire vous demande spécifiquement ce réseau.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22C55E">
              <a:alpha val="6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9144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termine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Passez au module suivant pour continuer votre apprentissage.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00400" y="3657600"/>
            <a:ext cx="27432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8600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TEREX ACADEMY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28600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9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terangaexchange.com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Terex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5 - Bitcoin, Ethereum &amp; les grandes cryptos</dc:title>
  <dc:subject>Bitcoin, Ethereum &amp; les grandes cryptos</dc:subject>
  <dc:creator>Terex Academy</dc:creator>
  <cp:lastModifiedBy>Terex Academy</cp:lastModifiedBy>
  <cp:revision>1</cp:revision>
  <dcterms:created xsi:type="dcterms:W3CDTF">2026-09-07T01:22:29Z</dcterms:created>
  <dcterms:modified xsi:type="dcterms:W3CDTF">2026-09-07T01:22:29Z</dcterms:modified>
</cp:coreProperties>
</file>