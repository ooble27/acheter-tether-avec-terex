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097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Ethereum &amp; les grandes cryptos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89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Bitcoin (BTC) — l'or numérique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Ethereum (ETH) — l'ordinateur mondial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BNB, Solana, Tron, Polygon — les autres écosystèmes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1 /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(BTC) — l'or numérique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Ethereum &amp; les grandes cryptos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est la crypto originelle, la plus ancienne (2009) et de loin la plus valorisée. On l'appelle souvent « l'or numérique » — et pour de bonnes raisons.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caractéristiques uniques :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Rareté programmée : il n'y aura jamais plus de 21 millions de BTC. Aucune autorité ne peut en créer davantage. Cette rareté est inscrite dans le code.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Émission décroissante (le halving) : tous les 4 ans environ, la récompense reçue par les mineurs est divisée par deux. Résultat : de moins en moins de bitcoins sont créés chaque...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imbattable : le réseau Bitcoin est protégé par une quantité d'énergie colossale. L'attaquer coûterait des dizaines de milliards de dollars — et ne rapporterait rien à c...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Simplicité voulue : Bitcoin ne fait qu'une chose, mais il la fait bien : transférer de la valeur. Il n'y a pas de « smart contracts » complexes. C'est un choix.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quoi ça sert concrètement ?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de valeur à long terme : de plus en plus d'entreprises et de particuliers en détiennent comme protection contre l'inflation.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international : envoyer 10 000$ à Dubaï en 20 minutes, pour 2$ de frais, sans passer par une banque.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spéculatif : son prix bouge beaucoup, ce qui attire les traders (mais rend son achat risqué à court terme).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Bitcoin n'est PAS adapté pour les paiements du quotidien. Trop lent, frais qui varient, prix volatil. Pour ça, les stablecoins (Module 5) sont beaucoup mieux.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(BTC) — l'or numérique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Rareté programmée : il n'y aura jamais plus de 21 millions de BTC. Aucune autorité ne peut en créer davantage. Cette rareté est inscrite dans le code.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128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imbattable : le réseau Bitcoin est protégé par une quantité d'énergie colossale. L'attaquer coûterait des dizaines de milliards de dollars...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71216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712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Simplicité voulue : Bitcoin ne fait qu'une chose, mais il la fait bien : transférer de la valeur. Il n'y a pas de « smart contracts » complexes. C'...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29584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958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de valeur à long terme : de plus en plus d'entreprises et de particuliers en détiennent comme protection contre l'inflation.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7952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18795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international : envoyer 10 000$ à Dubaï en 20 minutes, pour 2$ de frais, sans passer par une banque.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8046720" cy="3657600"/>
          </a:xfrm>
          <a:prstGeom prst="roundRect">
            <a:avLst>
              <a:gd name="adj" fmla="val 3750"/>
            </a:avLst>
          </a:prstGeom>
          <a:solidFill>
            <a:srgbClr val="2D1B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914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Bitcoin n'est PAS adapté pour les paiements du quotidien. Trop lent, frais qui varient, prix volatil. Pour ça, les stablecoins (Module 5) sont beaucoup mieux.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2 /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(ETH) — l'ordinateur mondial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Ethereum &amp; les grandes cryptos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Bitcoin est de l'or numérique, Ethereum est un ordinateur mondial décentralisé. Lancé en 2015 par Vitalik Buterin (alors âgé de 21 ans), Ethereum ne se contente pas de transf...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concept clé : le smart contract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smart contract est un programme qui s'exécute automatiquement quand une condition est remplie. Exemple : « Si Ali envoie 100 USDT à ce contrat avant le 31 décembre, alors le 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déployé, ce programme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 sans intermédiaire.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peut pas être modifié.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peut pas être arrêté (sauf s'il a été programmé pour ça).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a permis de créer :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stablecoins comme USDT : un smart contract qui garantit qu'un token vaut toujours 1 dollar.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échanges décentralisés (DEX) : Uniswap, PancakeSwap. Échanger des cryptos sans passer par une plateforme centralisée.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DeFi : prêter et emprunter des cryptos à des taux de marché, gagner des intérêts sur ses économies.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NFT : preuves d'unicité et de propriété pour l'art numérique, la musique, les jeux vidéo.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DAO : organisations gérées collectivement par des règles inscrites sur la blockchain.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faible historique d'Ethereum : les frais de transaction peuvent monter très haut quand le réseau est saturé (parfois 20-50$ par transaction). C'est pour ça que d'autres...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l'USDT, si vous voulez le moins cher : Tron (TRC20). Si vous voulez le plus universel : Ethereum (ERC20).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(ETH) — l'ordinateur mondial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 sans intermédiaire.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128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peut pas être modifié.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71216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712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peut pas être arrêté (sauf s'il a été programmé pour ça).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29584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958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stablecoins comme USDT : un smart contract qui garantit qu'un token vaut toujours 1 dollar.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7952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18795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échanges décentralisés (DEX) : Uniswap, PancakeSwap. Échanger des cryptos sans passer par une plateforme centralisée.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3 /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BNB, Solana, Tron, Polygon — les autres écosystèmes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Ethereum &amp; les grandes cryptos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Bitcoin et Ethereum, plusieurs blockchains alternatives (parfois appelées « alt-chains ») sont apparues pour offrir des transactions plus rapides et moins chères.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Lancée en 2017 par Justin Sun. C'est LA blockchain de choix pour envoyer de l'USDT en Afrique et en Asie du Sud-Est. Pourquoi ? Les frais sont minuscules (~1 USDT par transfert)...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Lancée en 2020 par la plateforme Binance. Compatible avec Ethereum, mais 50 fois moins chère. Utilisée pour PancakeSwap (le plus gros DEX), pour les jeux crypto, pour de nombreu...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Lancée en 2020. Une des plus rapides du monde : plus de 50 000 transactions par seconde théoriques. Frais quasi nuls (0,0001$). Très populaire pour les NFT et les paiements. Éco...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« couche 2 » construite au-dessus d'Ethereum. Elle hérite de la sécurité d'Ethereum mais avec des frais 1000 fois plus bas. Utilisée par Starbucks, Reddit, Nike pour leurs p...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nouvelle génération. Aptos et Sui sont issus de l'ancien projet Diem de Facebook. TON est né de Telegram. Ils promettent des performances encore supérieures.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retenir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 utilisateur africain qui veut de l'USDT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TRC20 (Tron) = le moins cher, le plus utilisé en Afrique. Notre recommandation par défaut.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BEP20 (BNB Chain) = pas cher, utile si vous utilisez Binance.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ERC20 (Ethereum) = le plus universel, mais frais plus élevés.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Polygon, Solana, Aptos = si votre destinataire vous demande spécifiquement ce réseau.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d'or absolue : le réseau d'envoi et le réseau de réception DOIVENT être identiques. Envoyer de l'USDT-TRC20 sur une adresse ERC20 = perte définitive. Nous approfondirons c...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BNB, Solana, Tron, Polygon — les autres écosystèmes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TRC20 (Tron) = le moins cher, le plus utilisé en Afrique. Notre recommandation par défaut.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128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BEP20 (BNB Chain) = pas cher, utile si vous utilisez Binance.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71216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712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ERC20 (Ethereum) = le plus universel, mais frais plus élevés.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29584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958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Polygon, Solana, Aptos = si votre destinataire vous demande spécifiquement ce réseau.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termine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194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0" y="2926080"/>
            <a:ext cx="27432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9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5 - Bitcoin, Ethereum &amp; les grandes cryptos</dc:title>
  <dc:subject>Bitcoin, Ethereum &amp; les grandes cryptos</dc:subject>
  <dc:creator>Terex Academy</dc:creator>
  <cp:lastModifiedBy>Terex Academy</cp:lastModifiedBy>
  <cp:revision>1</cp:revision>
  <dcterms:created xsi:type="dcterms:W3CDTF">2026-09-07T00:45:14Z</dcterms:created>
  <dcterms:modified xsi:type="dcterms:W3CDTF">2026-09-07T00:45:14Z</dcterms:modified>
</cp:coreProperties>
</file>