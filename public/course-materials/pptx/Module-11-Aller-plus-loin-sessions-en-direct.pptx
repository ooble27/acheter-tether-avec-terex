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&amp; sessions en direct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 — la finance décentralisée en 5 minutes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Staking — faire travailler ses cryptos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NFT — au-delà des images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Session Zoom mensuelle — Questions/Réponses avec l'équipe Terex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1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— la finance décentralisée en 5 minutes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&amp; sessions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 (Decentralized Finance) est l'écosystème des services financiers construits sur la blockchain, sans banque, sans intermédiaire.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faire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Épargner : prêter ses stablecoins pour toucher des intérêts (5 à 10% par an).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: mettre en garantie ses cryptos pour emprunter des stablecoins, sans passer par une banque.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: swapper ses cryptos sans compte, sans KYC, en quelques clics.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de la liquidité : contribuer à un pool d'échange et toucher une part des frais.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protocoles majeurs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Aave, Compound (Ethereum) : le prêt/emprunt de référence.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Uniswap, PancakeSwap : les échanges décentralisés (DEX).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Curve, Balancer : les DEX spécialisés stablecoins.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 : le staking d'ETH.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exploité : une faille dans le code = fonds vidés.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impermanente : si vous fournissez de la liquidité, vous pouvez ressortir avec moins de valeur qu'en entrant.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: une mauvaise manip et vos fonds sont perdus.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conseil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par du prêt de stablecoins sur Aave (le protocole le plus audité). Testez avec 100$. Comprenez le mécanisme avant d'y mettre plus.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— la finance décentralisée en 5 minutes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Épargner : prêter ses stablecoins pour toucher des intérêts (5 à 10% par an).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: mettre en garantie ses cryptos pour emprunter des stablecoins, sans passer par une banque.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: swapper ses cryptos sans compte, sans KYC, en quelques clics.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de la liquidité : contribuer à un pool d'échange et toucher une part des frais.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Aave, Compound (Ethereum) : le prêt/emprunt de référence.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2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— faire travailler ses cryptos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&amp; sessions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staking consiste à « verrouiller » ses cryptos dans un réseau blockchain pour contribuer à sa sécurité, en échange d'une récompense.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blockchains de type « Proof of Stake » (Ethereum, Solana, Cardano, Polkadot…), les validateurs qui produisent les blocs doivent immobiliser une certaine quantité de la c...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sans être validateur, vous pouvez « déléguer » vos cryptos à un validateur et toucher une part de ses récompenses.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typiques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: 3-4% par 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(SOL) : 6-7% par 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Polkadot (DOT) : 10-14% par 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(ADA) : 3-4% par an.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staker facilement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Binance ou Coinbase : « Earn » ou « Staking ». Un clic, votre crypto est stakée, vous voyez vos récompenses arriver chaque jour.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Trust Wallet / MetaMask : recherchez « Stake » dans le token concerné.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via un protocole comme Lido (pour l'ETH) : plus décentralisé.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de déblocage : quand vous voulez récupérer vos cryptos, il peut y avoir 7-28 jours d'attente selon la blockchain.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: si le validateur mal agit, une partie des cryptos peut être détruite (rare mais possible).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: votre crypto continue de bouger en prix. Gagner 5% en ETH ne compense pas une chute de 30% du prix d'ETH.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d'USDT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du vrai « staking » (l'USDT ne sécurise aucun réseau), mais on peut prêter ses USDT sur Aave ou Binance Earn pour toucher 5-10% par an. Idéal pour épargner sans exp...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— faire travailler ses cryptos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 : 3-4% par an.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(SOL) : 6-7% par an.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Polkadot (DOT) : 10-14% par an.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(ADA) : 3-4% par 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Binance ou Coinbase : « Earn » ou « Staking ». Un clic, votre crypto est stakée, vous voyez vos récompenses arriver chaque jour.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3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— au-delà des images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&amp; sessions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NFT (Non-Fungible Tokens) sont des jetons uniques inscrits sur la blockchain. Ils ont fait la une des médias en 2021-2022 avec des images de singes vendues des millions. Mai...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NFT est comme un certificat d'authenticité numérique. Contrairement à un USDT ou un BTC (où toutes les unités sont identiques et interchangeables), chaque NFT est unique et p...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usages sérieux qui émergent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d'événements : Ticketmaster teste les NFT pour éliminer la revente illégale.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Diplômes et certifications : universités qui délivrent des diplômes sous forme de NFT infalsifiables.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Actes de propriété : des projets pilotes au Ghana, en Géorgie, en Suède pour numériser les titres fonciers.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in-game : dans les jeux vidéo, vous possédez vraiment votre épée, votre skin, votre personnage — et pouvez les revendre.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 et royalties : les artistes vendent leur musique directement à leur audience sans passer par les plateformes.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Adhésions et clubs : certains restaurants, clubs de sport, communautés fonctionnent avec un NFT comme « carte de membre ».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y perdre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de l'art NFT est très spéculatif. Beaucoup de collections ont perdu 90%+ de leur valeur. Achetez un NFT parce que vous en aimez l'objet ou l'usage — pas pour spéculer.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grandes plateformes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OpenSea, Blur : sur Ethereum et Polygon.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Eden : sur Solana.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Rarible : multi-chaînes.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conseil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NFT vous intriguent, commencez par en acheter un à petit prix (10$) sur Polygon (frais très bas). C'est un excellent exercice pour maîtriser les concepts crypto.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— au-delà des images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d'événements : Ticketmaster teste les NFT pour éliminer la revente illégale.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Diplômes et certifications : universités qui délivrent des diplômes sous forme de NFT infalsifiables.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Actes de propriété : des projets pilotes au Ghana, en Géorgie, en Suède pour numériser les titres fonciers.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in-game : dans les jeux vidéo, vous possédez vraiment votre épée, votre skin, votre personnage — et pouvez les revendre.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Musique et royalties : les artistes vendent leur musique directement à leur audience sans passer par les plateformes.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4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Zoom mensuelle — Questions/Réponses avec l'équipe Terex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&amp; sessions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premier samedi du mois, à 17h (heure de Dakar), l'équipe Terex organise une session Zoom en direct pour les élèves de l'Academy.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à vos questions — envoyez-nous vos questions par avance ou posez-les en direct.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 crypto du mois — les évolutions à surveiller, les opportunités, les alertes.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— nous analysons ensemble une transaction réelle, un projet, une situation.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 — vous partagez votre parcours, vos erreurs, vos réussites.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Zoom vous est envoyé par e-mail et affiché ici 24h avant la session.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participer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 Zoom sur votre téléphone ou votre ordinateur si ce n'est pas déjà fait.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l'heure de la session, cliquez sur le bouton « Rejoindre » ci-dessous.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Activez votre micro pour poser une question ou utilisez le chat.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est enregistrée. Le replay est mis à disposition ici 48h après la session pour ceux qui n'ont pas pu se joindre en direct.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sessions sont gratuites, sans upsell, sans pitch commercial. C'est un espace d'apprentissage et de communauté. Notre seul objectif : faire de vous un utilisateur crypto écla...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très bientôt en direct.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Zoom mensuelle — Questions/Réponses avec l'équipe Terex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à vos questions — envoyez-nous vos questions par avance ou posez-les en direct.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 crypto du mois — les évolutions à surveiller, les opportunités, les alertes.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— nous analysons ensemble une transaction réelle, un projet, une situation.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 — vous partagez votre parcours, vos erreurs, vos réussites.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 Zoom sur votre téléphone ou votre ordinateur si ce n'est pas déjà fait.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termine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11 - Aller plus loin &amp; sessions en direct</dc:title>
  <dc:subject>Aller plus loin &amp; sessions en direct</dc:subject>
  <dc:creator>Terex Academy</dc:creator>
  <cp:lastModifiedBy>Terex Academy</cp:lastModifiedBy>
  <cp:revision>1</cp:revision>
  <dcterms:created xsi:type="dcterms:W3CDTF">2026-09-07T00:45:14Z</dcterms:created>
  <dcterms:modified xsi:type="dcterms:W3CDTF">2026-09-07T00:45:14Z</dcterms:modified>
</cp:coreProperties>
</file>