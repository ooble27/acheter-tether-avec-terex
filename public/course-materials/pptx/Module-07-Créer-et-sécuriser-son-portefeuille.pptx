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EF4444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EF4444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37160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et sécuriser son portefeuille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TEREX ACADEMY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Crypto &amp; Blockchain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31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1A23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37160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44475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371600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Custodial vs non-custodial : la différence essentielle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192024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1A23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192024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99339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37360" y="1920240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wallet Trust Wallet — pas à pas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246888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1A233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24688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54203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737360" y="2468880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phrase secrète : la règle d'or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548640"/>
            <a:ext cx="1280160" cy="12801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11680"/>
            <a:ext cx="822960" cy="8229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583680" y="-274320"/>
            <a:ext cx="3200400" cy="3200400"/>
          </a:xfrm>
          <a:prstGeom prst="ellipse">
            <a:avLst/>
          </a:prstGeom>
          <a:solidFill>
            <a:srgbClr val="EF4444">
              <a:alpha val="6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731520" y="914400"/>
            <a:ext cx="45720" cy="2194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96012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 1 / 3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960120" y="13716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Custodial vs non-custodial : la différence essentielle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et sécuriser son portefeuille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EF4444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créer votre wallet, vous devez comprendre une distinction fondamentale : qui détient vraiment vos cryptos ?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Leçon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wallet custodial (garde partagée)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tiers (une plateforme comme Binance, Coinbase) garde vos cryptos pour vous. Vous avez un compte et un mot de passe...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 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à utiliser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de compte possible (mot de passe oublié = pas de panique)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20640" y="100584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106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06440" y="1005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client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20640" y="173736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37944"/>
            <a:ext cx="438912" cy="4389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644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Inconvénients :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120640" y="246888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569464"/>
            <a:ext cx="438912" cy="4389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806440" y="2468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ne contrôlez pas vraiment vos fonds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wallet custodial (garde partagée)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430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plateforme fait faillite (comme FTX en 2022), vos f...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qués voire perdus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75488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9204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peut geler votre compte à tout moment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31520" y="25146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5176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" y="3227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Piratage massif possible (Mt. Gox en 2014, plus récemment...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EF4444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74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wallet non-custodial (contrôle total)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96012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êtes seul détenteur. Une phrase secrète de 12 ou 24 mots vous donne un contrôle exclusif. Personne d'autre au monde n'y a accès — pas même le créateur du wallet.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 Trust Wallet, MetaMask, Phantom, Rabby, Ledger.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 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êtes maître de vos cryptos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tiers ne peut geler ou perdre vos fonds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pouvez interagir avec toute l'écosystème crypto (DEX, DeFi, NFT)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Inconvénients :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Leçon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wallet non-custodial (contrôle total)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perdez votre phrase secrète, votre argent est PERDU. Personne ne peut la récupérer.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support client — vous êtes responsable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20640" y="100584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106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06440" y="1005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faut apprendre les bonnes pratiques de sécurité (voir leçons suivantes)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20640" y="173736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37944"/>
            <a:ext cx="438912" cy="4389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644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proverbe crypto : « Not your keys, not your coins » — Si vous n'avez pas l...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Terex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430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petits montants (&lt; 500$), un wallet custodial co...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uffit pour commencer.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75488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9204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que vous avez des sommes significatives, ou dès que v...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89204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aiment être autonome, passez à un wallet non-custodial.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31520" y="25146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5176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68680" y="3227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Wallet (édité par Binance) est excellent pour début...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86868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montrons la création à la leçon suivante.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Custodial vs non-custodial : la différence essentielle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46304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463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à utiliser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10312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210312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103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de compte possible (mot de passe oublié = pas de panique)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74320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4320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2743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client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338328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338328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508760" y="33832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ne contrôlez pas vraiment vos fonds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31520" y="402336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402336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40233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plateforme fait faillite (comme FTX en 2022), vos fonds sont bloqués voire perdus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548640"/>
            <a:ext cx="1280160" cy="12801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11680"/>
            <a:ext cx="822960" cy="8229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583680" y="-274320"/>
            <a:ext cx="3200400" cy="3200400"/>
          </a:xfrm>
          <a:prstGeom prst="ellipse">
            <a:avLst/>
          </a:prstGeom>
          <a:solidFill>
            <a:srgbClr val="EF4444">
              <a:alpha val="6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731520" y="914400"/>
            <a:ext cx="45720" cy="2194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96012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 2 / 3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960120" y="13716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wallet Trust Wallet — pas à pas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et sécuriser son portefeuille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EF4444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Wallet est le portefeuille non-custodial le plus populaire au monde (&gt;60 millions d'utilisateurs).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supporte tous les grands réseaux (Tron, Ethereum, BNB Chain, Solana, Polygon…).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Gratuit, open-source, disponible sur mobile.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Leçon 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Télécharger l'application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Allez sur trustwallet.com et téléchargez l'app 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: App Store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20640" y="100584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106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06440" y="1005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: Google Play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20640" y="173736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37944"/>
            <a:ext cx="438912" cy="4389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644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ATTENTION : ne téléchargez JAMAIS depuis un lien qu'on vous envoie sur Wha...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EF4444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74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Ouvrir un nouveau wallet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96012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l'ouverture, choisissez « Créer un nouveau portefeuille » (pas « Importer un portefeuille » — ça, c'est si vous avez déjà une phrase secrète).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Acceptez les conditions.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Leçon 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EF4444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74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Notez votre phrase secrète (LE MOMENT CRITIQUE)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96012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va vous afficher 12 mots dans un ordre précis. Par exemple 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   2. table    3. lampe    4. écrire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cheval    6. lundi    7. simple   8. mardi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   10. porte   11. clef    12. terre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Leçon 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12 mots SONT votre wallet.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Quiconque possède ces 12 mots peut vider votre wallet en 30 secondes.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les perdez, vous perdez tout — définitivement, sans recours.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les stocker 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Écrivez-les à la main sur un papier. Deux copies, dans deux endroits différents.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20640" y="100584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106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06440" y="1005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Envisagez une plaque en métal (indestructible, résiste au feu et à l'eau) p...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20640" y="173736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37944"/>
            <a:ext cx="438912" cy="4389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644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Vérifiez que vous les avez bien écrits : l'app vous demandera de re-taper l...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120640" y="246888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569464"/>
            <a:ext cx="438912" cy="4389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806440" y="2468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NE prenez PAS de photo avec votre téléphone.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12 mots SONT votre wallet.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430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NE la stockez PAS dans Google Drive, iCloud, Dropbox, N...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5488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89204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NE l'envoyez à PERSONNE — pas même par WhatsApp à vous-...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31520" y="25146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5176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8680" y="3227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NE la tapez PAS dans un formulaire en ligne.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EF4444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74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— Vérifier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96012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vous demande de retaper vos 12 mots dans l'ordre. C'est un test pour s'assurer que vous les avez bien notés.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Leçon 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 — Ajouter les tokens que vous voulez suivre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l'app, appuyez sur l'icône ⚙️ ou « Gérer les cryptos ». Activez 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USDT sur Tron (TRC20)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20640" y="100584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106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06440" y="1005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USDT sur BNB Chain (BEP20)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20640" y="173736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37944"/>
            <a:ext cx="438912" cy="4389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644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wallet est prêt à recevoir des USDT. Copiez votre adresse Tron (elle co...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wallet Trust Wallet — pas à pas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46304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463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: App Store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10312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210312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103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: Google Play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74320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4320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2743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   2. table    3. lampe    4. écrire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338328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338328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508760" y="33832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cheval    6. lundi    7. simple   8. mardi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31520" y="402336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402336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40233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   10. porte   11. clef    12. terre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046720" cy="3840480"/>
          </a:xfrm>
          <a:prstGeom prst="roundRect">
            <a:avLst>
              <a:gd name="adj" fmla="val 3571"/>
            </a:avLst>
          </a:prstGeom>
          <a:solidFill>
            <a:srgbClr val="2D1B1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54864" cy="38404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772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371600"/>
            <a:ext cx="7406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ATTENTION : ne téléchargez JAMAIS depuis un lien qu'on vous envoie sur WhatsApp ou Telegram. Toujours depuis les stores officiels. Il existe des fausses versions qui volent votre phrase secrète.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Ouvrir un nouveau wallet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l'ouverture, choisissez « Créer un nouveau portefeuille » (pas « Importer un portefeuille » — ça, c'est si vous avez déjà une phrase secrète).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548640"/>
            <a:ext cx="1280160" cy="12801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11680"/>
            <a:ext cx="822960" cy="8229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583680" y="-274320"/>
            <a:ext cx="3200400" cy="3200400"/>
          </a:xfrm>
          <a:prstGeom prst="ellipse">
            <a:avLst/>
          </a:prstGeom>
          <a:solidFill>
            <a:srgbClr val="EF4444">
              <a:alpha val="6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731520" y="914400"/>
            <a:ext cx="45720" cy="2194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96012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 3 / 3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960120" y="13716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phrase secrète : la règle d'or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et sécuriser son portefeuille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EF4444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ne retenez qu'UNE seule chose de tout ce cours, c'est celle-ci : votre phrase secrète (seed phrase) doit rester secrète, physique, hors ligne.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Leçon 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c'est si important ?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phrase secrète n'est pas un mot de passe. Un mot de passe peut être réinitialisé. Votre phrase secrète, elle, E...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cette phrase 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N'importe qui peut recréer votre wallet sur n'importe quel appareil, n'importe où dans le monde.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20640" y="100584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106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06440" y="1005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L'accès est instantané, irréversible, invisible.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20640" y="173736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37944"/>
            <a:ext cx="438912" cy="4389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644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ne recevrez AUCUNE alerte.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qui coûtent une fortune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7190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stocker en ligne : Google Drive piraté = fonds volés. ...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quent.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46120" y="1005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1430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383280" y="17190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une photo : votre téléphone est piraté ou perdu =...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338328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897880" y="1005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4300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035040" y="17190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saisir sur un site : AUCUN site légitime ne vous deman...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603504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otre phrase secrète. AUCUN. Si un site vous la demande = c'est une arnaque, à 10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94360" y="25146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5176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1520" y="3227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donner à un « support technique » : Trust Wallet et Me...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73152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support qui vous contactera. Si quelqu'un se dit « support » et vous dema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3246120" y="25146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651760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383280" y="3227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partager avec un « conseiller » sur Telegram/WhatsApp ...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338328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crypto sont infestés d'arnaqueurs. Ne donnez JAMAIS votre phrase à personne.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EF4444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74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bonnes pratiques concrètes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96012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 : deux copies écrites à la main, deux endroits distincts (par exemple : votre maison + celle d'un parent de confiance dans une enveloppe cachetée).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Métal : pour les montants importants (&gt;5000$), une plaque gravée en acier inoxydable (Cryptosteel, Billfodl) protège du feu, de l'eau, du temps.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Séparez si possible : certains coupent leur phrase en deux, chaque moitié dans un endroit différent (attention à la logistique).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Faites un test : dès la création, essayez de restaurer votre wallet sur un autre téléphone à partir de la phrase. Confirmez que vous accédez bien à votre solde. Puis effacez cet...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Leçon 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final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crypto, vous êtes votre propre banque. Cela veut dire 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liberté totale.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responsabilité totale.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20640" y="100584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106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06440" y="1005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recours possible en cas d'erreur.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20640" y="173736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37944"/>
            <a:ext cx="438912" cy="4389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644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Protégez votre phrase comme si votre patrimoine en dépendait — parce que c'es...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phrase secrète : la règle d'or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46304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463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N'importe qui peut recréer votre wallet sur n'importe quel appareil, n'importe où dans le monde.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10312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210312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103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L'accès est instantané, irréversible, invisible.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74320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4320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2743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ne recevrez AUCUNE alerte.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338328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338328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508760" y="33832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stocker en ligne : Google Drive piraté = fonds volés. Cas ultra fréquent.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31520" y="402336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402336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40233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une photo : votre téléphone est piraté ou perdu = fin de partie.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046720" cy="3840480"/>
          </a:xfrm>
          <a:prstGeom prst="roundRect">
            <a:avLst>
              <a:gd name="adj" fmla="val 3571"/>
            </a:avLst>
          </a:prstGeom>
          <a:solidFill>
            <a:srgbClr val="2D1B1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54864" cy="38404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772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371600"/>
            <a:ext cx="7406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c'est si important 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phrase secrète n'est pas un mot de passe. Un mot de passe peut être réinitialisé. Votre phrase secrète, elle, EST votre wallet. Elle a été générée aléatoirement parmi 2¹²⁸ possibilités — plus grand que le nombre d'atomes dans l'univers observable.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cette phrase :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EF4444">
              <a:alpha val="6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9144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termine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Passez au module suivant pour continuer votre apprentissage.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00400" y="3657600"/>
            <a:ext cx="27432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8600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TEREX ACADEMY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28600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9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terangaexchange.com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Terex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7 - Créer et sécuriser son portefeuille</dc:title>
  <dc:subject>Créer et sécuriser son portefeuille</dc:subject>
  <dc:creator>Terex Academy</dc:creator>
  <cp:lastModifiedBy>Terex Academy</cp:lastModifiedBy>
  <cp:revision>1</cp:revision>
  <dcterms:created xsi:type="dcterms:W3CDTF">2026-09-07T01:22:29Z</dcterms:created>
  <dcterms:modified xsi:type="dcterms:W3CDTF">2026-09-07T01:22:29Z</dcterms:modified>
</cp:coreProperties>
</file>