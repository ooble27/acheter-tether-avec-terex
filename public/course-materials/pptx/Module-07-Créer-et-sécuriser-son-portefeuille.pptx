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097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et sécuriser son portefeuille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Custodial vs non-custodial : la différence essentielle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Créer un wallet Trust Wallet — pas à pas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La phrase secrète : la règle d'or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1 /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Custodial vs non-custodial : la différence essentielle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et sécuriser son portefeuille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créer votre wallet, vous devez comprendre une distinction fondamentale : qui détient vraiment vos cryptos 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custodial (garde partagée)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tiers (une plateforme comme Binance, Coinbase) garde vos cryptos pour vous. Vous avez un compte et un mot de passe, comme sur une application bancaire.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à utiliser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de compte possible (mot de passe oublié = pas de panique)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client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Inconvénients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ne contrôlez pas vraiment vos fonds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custodial (garde partagée)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plateforme fait faillite (comme FTX en 2022), vos fonds sont bloqués voire perdus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peut geler votre compte à tout moment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Piratage massif possible (Mt. Gox en 2014, plus récemment en 2024)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non-custodial (contrôle total)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seul détenteur. Une phrase secrète de 12 ou 24 mots vous donne un contrôle exclusif. Personne d'autre au monde n'y a accès — pas même le créateur du wallet.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Trust Wallet, MetaMask, Phantom, Rabby, Ledger.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maître de vos cryptos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tiers ne peut geler ou perdre vos fonds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pouvez interagir avec toute l'écosystème crypto (DEX, DeFi, NFT)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Inconvénients :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non-custodial (contrôle total)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perdez votre phrase secrète, votre argent est PERDU. Personne ne peut la récupérer.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support client — vous êtes responsable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apprendre les bonnes pratiques de sécurité (voir leçons suivantes)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proverbe crypto : « Not your keys, not your coins » — Si vous n'avez pas les clés, ce ne sont pas vos cryptos.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Terex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petits montants (&lt; 500$), un wallet custodial comme Binance suffit pour commencer.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que vous avez des sommes significatives, ou dès que vous voulez vraiment être autonome, passez à un wallet non-custodial. Trust Wallet (édité par Binance) est excellent pour...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Custodial vs non-custodial : la différence essentielle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à utiliser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de compte possible (mot de passe oublié = pas de panique)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client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ne contrôlez pas vraiment vos fonds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7952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18795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plateforme fait faillite (comme FTX en 2022), vos fonds sont bloqués voire perdus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2 /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wallet Trust Wallet — pas à pas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et sécuriser son portefeuille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Wallet est le portefeuille non-custodial le plus populaire au monde (&gt;60 millions d'utilisateurs). Il supporte tous les grands réseaux (Tron, Ethereum, BNB Chain, Solana, ...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Télécharger l'application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Allez sur trustwallet.com et téléchargez l'app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: App Store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: Google Play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ATTENTION : ne téléchargez JAMAIS depuis un lien qu'on vous envoie sur WhatsApp ou Telegram. Toujours depuis les stores officiels. Il existe des fausses versions qui volent v...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Ouvrir un nouveau wallet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l'ouverture, choisissez « Créer un nouveau portefeuille » (pas « Importer un portefeuille » — ça, c'est si vous avez déjà une phrase secrète).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Acceptez les conditions.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Notez votre phrase secrète (LE MOMENT CRITIQUE)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 va vous afficher 12 mots dans un ordre précis. Par exemple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voyage    2. table    3. lampe    4. écrire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cheval    6. lundi    7. simple   8. mardi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   10. porte   11. clef    12. terre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12 mots SONT votre wallet.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Quiconque possède ces 12 mots peut vider votre wallet en 30 secondes.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les perdez, vous perdez tout — définitivement, sans recours.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les stocker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Écrivez-les à la main sur un papier. Deux copies, dans deux endroits différents.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Envisagez une plaque en métal (indestructible, résiste au feu et à l'eau) pour les gros montants.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Vérifiez que vous les avez bien écrits : l'app vous demandera de re-taper les mots dans l'ordre.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 prenez PAS de photo avec votre téléphone.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12 mots SONT votre wallet.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 la stockez PAS dans Google Drive, iCloud, Dropbox, Notes.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 l'envoyez à PERSONNE — pas même par WhatsApp à vous-même.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 la tapez PAS dans un formulaire en ligne.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Vérifier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 vous demande de retaper vos 12 mots dans l'ordre. C'est un test pour s'assurer que vous les avez bien notés.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— Ajouter les tokens que vous voulez suivre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l'app, appuyez sur l'icône ⚙️ ou « Gérer les cryptos ». Activez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 sur Tron (TRC20)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 sur BNB Chain (BEP20)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wallet est prêt à recevoir des USDT. Copiez votre adresse Tron (elle commence par « T ») — c'est cette adresse que vous donnerez à Terex lors de votre achat.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wallet Trust Wallet — pas à pas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: App Store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: Google Play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voyage    2. table    3. lampe    4. écrire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cheval    6. lundi    7. simple   8. mardi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7952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18795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   10. porte   11. clef    12. terre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8046720" cy="3657600"/>
          </a:xfrm>
          <a:prstGeom prst="roundRect">
            <a:avLst>
              <a:gd name="adj" fmla="val 3750"/>
            </a:avLst>
          </a:prstGeom>
          <a:solidFill>
            <a:srgbClr val="2D1B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14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ATTENTION : ne téléchargez JAMAIS depuis un lien qu'on vous envoie sur WhatsApp ou Telegram. Toujours depuis les stores officiels. Il existe des fausses versions qui volent votre phrase secrète.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Ouvrir un nouveau wallet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l'ouverture, choisissez « Créer un nouveau portefeuille » (pas « Importer un portefeuille » — ça, c'est si vous avez déjà une phrase secrète).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3 /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phrase secrète : la règle d'or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et sécuriser son portefeuille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ne retenez qu'UNE seule chose de tout ce cours, c'est celle-ci : votre phrase secrète (seed phrase) doit rester secrète, physique, hors ligne.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si important 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phrase secrète n'est pas un mot de passe. Un mot de passe peut être réinitialisé. Votre phrase secrète, elle, EST votre wallet. Elle a été générée aléatoirement parmi 2¹²⁸...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cette phrase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N'importe qui peut recréer votre wallet sur n'importe quel appareil, n'importe où dans le monde.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L'accès est instantané, irréversible, invisible.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ne recevrez AUCUNE alerte.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qui coûtent une fortune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stocker en ligne : Google Drive piraté = fonds volés. Cas ultra fréquent.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Prendre une photo : votre téléphone est piraté ou perdu = fin de partie.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saisir sur un site : AUCUN site légitime ne vous demandera jamais votre phrase secrète. AUCUN. Si un site vous la demande = c'est une arnaque, à 100%.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donner à un « support technique » : Trust Wallet et MetaMask N'ONT PAS de support qui vous contactera. Si quelqu'un se dit « support » et vous demande votre phrase = arnaque.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partager avec un « conseiller » sur Telegram/WhatsApp : les groupes crypto sont infestés d'arnaqueurs. Ne donnez JAMAIS votre phrase à personne.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bonnes pratiques concrètes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 : deux copies écrites à la main, deux endroits distincts (par exemple : votre maison + celle d'un parent de confiance dans une enveloppe cachetée).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Métal : pour les montants importants (&gt;5000$), une plaque gravée en acier inoxydable (Cryptosteel, Billfodl) protège du feu, de l'eau, du temps.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Séparez si possible : certains coupent leur phrase en deux, chaque moitié dans un endroit différent (attention à la logistique).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Faites un test : dès la création, essayez de restaurer votre wallet sur un autre téléphone à partir de la phrase. Confirmez que vous accédez bien à votre solde. Puis effacez cet...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final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crypto, vous êtes votre propre banque. Cela veut dire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liberté totale.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responsabilité totale.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recours possible en cas d'erreur.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Protégez votre phrase comme si votre patrimoine en dépendait — parce que c'est le cas.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phrase secrète : la règle d'or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N'importe qui peut recréer votre wallet sur n'importe quel appareil, n'importe où dans le monde.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L'accès est instantané, irréversible, invisible.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ne recevrez AUCUNE alerte.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stocker en ligne : Google Drive piraté = fonds volés. Cas ultra fréquent.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7952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18795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Prendre une photo : votre téléphone est piraté ou perdu = fin de partie.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8046720" cy="3657600"/>
          </a:xfrm>
          <a:prstGeom prst="roundRect">
            <a:avLst>
              <a:gd name="adj" fmla="val 3750"/>
            </a:avLst>
          </a:prstGeom>
          <a:solidFill>
            <a:srgbClr val="2D1B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14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si important 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phrase secrète n'est pas un mot de passe. Un mot de passe peut être réinitialisé. Votre phrase secrète, elle, EST votre wallet. Elle a été générée aléatoirement parmi 2¹²⁸ possibilités — plus grand que le nombre d'atomes dans l'univers observable.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cette phrase :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termine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194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0" y="2926080"/>
            <a:ext cx="27432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7 - Créer et sécuriser son portefeuille</dc:title>
  <dc:subject>Créer et sécuriser son portefeuille</dc:subject>
  <dc:creator>Terex Academy</dc:creator>
  <cp:lastModifiedBy>Terex Academy</cp:lastModifiedBy>
  <cp:revision>1</cp:revision>
  <dcterms:created xsi:type="dcterms:W3CDTF">2026-09-07T00:45:14Z</dcterms:created>
  <dcterms:modified xsi:type="dcterms:W3CDTF">2026-09-07T00:45:14Z</dcterms:modified>
</cp:coreProperties>
</file>