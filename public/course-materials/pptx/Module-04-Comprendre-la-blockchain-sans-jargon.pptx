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blockchain sans jargon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Crypto &amp; 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Qu'est-ce qu'une blockchain, vraiment ?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Un bloc, un mineur, une transaction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Blockchains publiques vs privées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1 /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blockchain, vraiment 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blockchain sans jargon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Imaginez un cahier de comptes de village. Le griot du village y note toutes les transactions : « Ali a donné 3 chèvres à Fatou », « Moussa a payé 500 CFA à Aminata ».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et si le griot ment ? Et s'il perd le cahier ? Et si quelqu'un déchire une page 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Maintenant, imaginez que tout le village possède une copie identique du cahier. À chaque nouvelle transaction, tout le monde crie ce qui vient de se passer, et chacun l'écrit da...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exactement ça, une blockchain.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l'échelle du monde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cahier » = la blockchain.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« villageois » = les nœuds (ordinateurs) du réseau. Il y en a des dizaines de milliers pour Bitcoin.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« pages du cahier » = les blocs. Chaque bloc contient des centaines ou milliers de transactions.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lien entre deux pages » = une signature cryptographique qui rend impossible de modifier une page sans modifier toutes les suivantes.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personne ne peut mentir, personne ne peut effacer, personne ne peut arrêter le réseau. Le cahier est immuable et public.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cette propriété qui rend la blockchain si puissante — et si différente de tout ce qu'on connaissait avant.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blockchain, vraiment 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cahier » = la blockchain.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« villageois » = les nœuds (ordinateurs) du réseau. Il y en a des dizaines de milliers pour Bitcoin.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71216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712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« pages du cahier » = les blocs. Chaque bloc contient des centaines ou milliers de transactions.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9584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295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lien entre deux pages » = une signature cryptographique qui rend impossible de modifier une page sans modifier toutes les suivantes.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2 /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bloc, un mineur, une transaction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blockchain sans jargon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Reprenons notre analogie du village. Voyons ce qui se passe concrètement quand vous envoyez 10 USDT à un ami.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votre clé privée (le mot de passe secret de votre portefeuille), vous signez : « J'envoie 10 USDT de mon adresse à celle de Fatou ». La signature prouve que c'est bien vous...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envoyée à tous les nœuds du monde en quelques secondes. Chaque nœud vérifie : « Est-ce que cette personne a bien 10 USDT ? Est-ce que sa signature est valide ? »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mineurs (ou « validateurs » sur certaines blockchains) rassemblent les transactions en attente et forment un bloc. Sur Bitcoin, un nouveau bloc est créé toutes les 10 minute...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résout un puzzle mathématique très coûteux en calcul (c'est ça, la « preuve de travail »). Le premier qui trouve la solution ajoute le bloc à la chaîne et reçoit une récompen...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Lecon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— Le bloc est diffusé, tout le monde met à jour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nœuds du réseau reçoivent le nouveau bloc, vérifient qu'il est valide, et l'ajoutent à leur copie de la blockchain. Votre transaction est désormais confirmée et permane...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tout : entre 3 secondes (Tron) et 60 minutes (Bitcoin) pour qu'une transaction soit totalement sûre.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processus est ce qui rend impossible de « dépenser deux fois le même argent » — le fameux problème de la double dépense que Satoshi a résolu.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Lecon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3 /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Blockchains publiques vs privées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blockchain sans jargon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blockchains ne sont pas égales. Il existe plusieurs grandes familles.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Bitcoin, Ethereum, Solana, Tron. Tout le monde peut y participer, y lire les transactions, y devenir validateur. Elles sont ouvertes, censurables par personne. Ce sont celles qu...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Souvent utilisées par des entreprises ou des consortiums bancaires. Seuls des acteurs autorisés peuvent y participer. Elles gardent certains bénéfices (traçabilité, automatisati...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Lecon 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blockchains hybrides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combinent une couche publique et une couche privée. Utilisées par exemple par des banques centrales pour tester des monnaies numériques (CBDC).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vous en tant qu'utilisateur crypto, ce sont uniquement les blockchains publiques qui comptent. Ce sont elles qui hébergent Bitcoin, Ethereum, USDT, et tous les actifs que v...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publiques, on distingue deux grandes catégories techniques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couches 1 (L1) : les blockchains de base (Bitcoin, Ethereum, Solana, Tron, BNB Chain). Chacune a son propre système, ses propres validateurs, sa propre monnaie native.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couches 2 (L2) : des « surcouches » construites au-dessus d'une L1 pour la rendre plus rapide et moins chère. Exemple : Polygon et Arbitrum sont des L2 d'Ethereum.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vous achetez de l'USDT sur Terex, vous choisirez sur quel réseau vous le recevez : TRC20 (sur Tron), ERC20 (sur Ethereum), BEP20 (sur BNB Chain), etc. On y reviendra en dé...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Lecon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Blockchains publiques vs privées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couches 1 (L1) : les blockchains de base (Bitcoin, Ethereum, Solana, Tron, BNB Chain). Chacune a son propre système, ses propres validateurs, s...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couches 2 (L2) : des « surcouches » construites au-dessus d'une L1 pour la rendre plus rapide et moins chère. Exemple : Polygon et Arbitrum son...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termine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Passez au module suivant pour continuer votre apprentissage.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860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terangaexchange.com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Terex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4 - Comprendre la blockchain sans jargon</dc:title>
  <dc:subject>Comprendre la blockchain sans jargon</dc:subject>
  <dc:creator>Terex Academy</dc:creator>
  <cp:lastModifiedBy>Terex Academy</cp:lastModifiedBy>
  <cp:revision>1</cp:revision>
  <dcterms:created xsi:type="dcterms:W3CDTF">2026-09-07T00:45:14Z</dcterms:created>
  <dcterms:modified xsi:type="dcterms:W3CDTF">2026-09-07T00:45:14Z</dcterms:modified>
</cp:coreProperties>
</file>