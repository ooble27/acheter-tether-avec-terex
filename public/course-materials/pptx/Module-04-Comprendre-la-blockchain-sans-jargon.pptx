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3B968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3B968F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96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la blockchain sans jargon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qu'une blockchain, vraiment ?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bloc, un mineur, une transaction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Blockchains publiques vs privées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qu'une blockchain, vraiment ?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la blockchain sans jargon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Imaginez un cahier de comptes de village.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griot du village y note toutes les transactions : « Ali a donné 3 chèvres à Fatou », « Moussa a payé 500 CFA à Aminata ».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: et si le griot ment ? Et s'il perd le cahier ? Et si quelqu'un déchire une page 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Maintenant, imaginez que tout le village possède une copie identique du cahier.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nouvelle transaction, tout le monde crie ce qui vient de se passer, et chacun l'écrit dans son cahier.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tricheur essaie de modifier son cahier, les autres le voient tout de suite : leur version ne correspond plus à la sienne.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exactement ça, une blockchain.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l'échelle du monde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« cahier » = la blockchain.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« villageois » = les nœuds (ordinateurs) du réseau. Il y en a des dizaines de milliers pour Bitcoin.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« pages du cahier » = les blocs. Chaque bloc contient des centaines ou milliers de transactions.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« lien entre deux pages » = une signature cryptographique qui rend impossi...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personne ne peut mentir, personne ne peut effacer, personne ne peu...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cette propriété qui rend la blockchain si puissante — et si différente ...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qu'une blockchain, vraiment ?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« cahier » = la blockchain.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« villageois » = les nœuds (ordinateurs) du réseau. Il y en a des dizaines de milliers pour Bitcoin.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« pages du cahier » = les blocs. Chaque bloc contient des centaines ou milliers de transactions.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« lien entre deux pages » = une signature cryptographique qui rend impossible de modifier une page sans modifier toutes les suivantes.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bloc, un mineur, une transaction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la blockchain sans jargon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Reprenons notre analogie du village. Voyons ce qui se passe concrètement quand vous envoyez 10 USDT à un ami.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votre clé privée (le mot de passe secret de votre portefeuille), vous signez : « J'envoie 10 USDT de mon adresse à celle de Fatou ».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signature prouve que c'est bien vous, sans révéler votre mot de passe.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La transaction est diffusée sur le réseau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est envoyée à tous les nœuds du monde en quelques secondes.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nœud vérifie : « Est-ce que cette personne a bien 10 USDT 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Est-ce que sa signature est valide 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Le mineur regroupe les transactions en un bloc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mineurs (ou « validateurs » sur certaines blockchains...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transactions en attente et forment un bloc.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Bitcoin, un nouveau bloc est créé toutes les 10 minut...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89204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Tron, c'est toutes les 3 secondes.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Le mineur « scelle » le bloc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résout un puzzle mathématique très coûteux en calcul (c'est ça, la « preuve de travail »).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qui trouve la solution ajoute le bloc à la chaîne et reçoit une récompense en cryptomonnaie.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5 — Le bloc est diffusé, tout le monde met à jour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nœuds du réseau reçoivent le nouveau bloc, vérifient qu'il est valide, et l'ajoutent à leur copie de la bloc...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transaction est désormais confirmée et permanente.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tout : entre 3 secondes (Tron) et 60 minutes (Bitcoin) pour qu'une transac...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processus est ce qui rend impossible de « dépenser deux fois le même argen...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Blockchains publiques vs privées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Comprendre la blockchain sans jargon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blockchains ne sont pas égales. Il existe plusieurs grandes familles.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blockchains publiques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Bitcoin, Ethereum, Solana, Tron.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le monde peut y participer, y lire les transactions, y devenir validateur.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sont ouvertes, censurables par personne.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celles qui portent l'esprit originel de la crypto.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blockchains privées (ou permissionnées)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Souvent utilisées par des entreprises ou des consortiums ...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Seuls des acteurs autorisés peuvent y participer.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gardent certains bénéfices (traçabilité, automatisa...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rdent la décentralisation.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Exemples : Hyperledger, Corda.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blockchains hybrides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Elles combinent une couche publique et une couche privée. Utilisées par exemple par des banques centrales pour tester des monnaies numériques (CBDC).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vous en tant qu'utilisateur crypto, ce sont uniquement les blockchains publiques qui comptent. Ce sont elles qui hébergent Bitcoin, Ethereum, USDT, et tous les actifs que v...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Parmi les publiques, on distingue deux grandes catégories techniques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couches 1 (L1) : les blockchains de base (Bitcoin, Ethereum, Solana, Tron, BNB Chain). Chacune a son propre système, ses propres validateurs, sa propre monnaie native.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couches 2 (L2) : des « surcouches » construites au-dessus d'une L1 pour la rendre plus rapide et moins chère. Exemple : Polygon et Arbitrum sont des L2 d'Ethereum.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vous achetez de l'USDT sur Terex, vous choisirez sur quel réseau vous le recevez : TRC20 (sur Tron), ERC20 (sur Ethereum), BEP20 (sur BNB Chain), etc. On y reviendra en dé...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Blockchains publiques vs privées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couches 1 (L1) : les blockchains de base (Bitcoin, Ethereum, Solana, Tron, BNB Chain). Chacune a son propre système, ses propres validateurs, s...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couches 2 (L2) : des « surcouches » construites au-dessus d'une L1 pour la rendre plus rapide et moins chère. Exemple : Polygon et Arbitrum son...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4 - Comprendre la blockchain sans jargon</dc:title>
  <dc:subject>Comprendre la blockchain sans jargon</dc:subject>
  <dc:creator>Terex Academy</dc:creator>
  <cp:lastModifiedBy>Terex Academy</cp:lastModifiedBy>
  <cp:revision>1</cp:revision>
  <dcterms:created xsi:type="dcterms:W3CDTF">2026-09-07T12:08:38Z</dcterms:created>
  <dcterms:modified xsi:type="dcterms:W3CDTF">2026-09-07T12:08:38Z</dcterms:modified>
</cp:coreProperties>
</file>