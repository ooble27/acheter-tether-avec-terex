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Comment Terex fonctionne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Étape 1 — Choisir le montant et le réseau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Étape 2 — Renseigner votre adresse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Étape 3 — Payer via Wave ou Orange Money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Étape 4 — Recevoir vos USDT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1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Terex fonctionne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est une plateforme d'échange peer-to-peer entre le franc CFA (via mobile money) et l'USDT. Notre mission : rendre l'achat de crypto simple, rapide et sécurisé pour les Afr...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faire sur Terex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des USDT en payant en franc CFA via Wave ou Orange Money.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des USDT et recevoir vos francs CFA sur Wave ou Orange Money.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votre réseau : TRC20, BEP20, ERC20, Polygon, Solana, Aptos.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vos transactions dans un historique clair et transparent.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fonctionnons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aux grosses plateformes internationales, Terex ne détient PAS vos cryptos. C'est ce qu'on appelle un modèle « non-custodial » : vous nous envoyez du CFA, on vous e...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 veut dire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 avoir un wallet à vous (voir Module 6).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USDT arrivent chez vous, pas dans un compte Terex.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n'y a rien à retirer, rien à débloquer — vous êtes maître de vos fonds dès la fin de la transaction.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processus type d'un achat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entrez le montant en CFA (ex : 60 000 CFA).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calcule le nombre de USDT que vous allez recevoir au taux du jour.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choisissez le réseau (TRC20 recommandé).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renseignez l'adresse de votre wallet.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payez via Wave ou Orange Money.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validons le paiement et envoyons les USDT.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les recevez dans votre wallet en quelques secondes à quelques minutes.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frais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frais caché. Le taux affiché est le taux que vous obtenez. Nous prenons une petite marge sur le taux de change (généralement 2 à 3%), c'est tout.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une équipe basée en Afrique de l'Ouest. Notre support est disponible 24h/24 par chat et WhatsApp. Toute question, toute inquiétude, contactez-nous — c'est un vrai hu...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leçons suivantes détaillent chaque étape de votre premier achat.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Terex fonctionne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des USDT en payant en franc CFA via Wave ou Orange Money.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des USDT et recevoir vos francs CFA sur Wave ou Orange Money.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votre réseau : TRC20, BEP20, ERC20, Polygon, Solana, Aptos.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vos transactions dans un historique clair et transparent.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 avoir un wallet à vous (voir Module 6).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2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Choisir le montant et le réseau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sur l'onglet « Acheter » depuis votre tableau de bord Terex. La page s'ouvre sur l'écran principal.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 montant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façons de saisir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CFA : « Je veux acheter pour 60 000 CFA de USDT ». Vous voyez alors combien de USDT vous allez recevoir.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USDT : « Je veux exactement 100 USDT ». Vous voyez alors combien de CFA vous devez payer.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minimum est de 20 000 CFA par transaction. Pas de maximum sauf grosse limite mensuelle (nous contacter pour les gros volumes).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affiché est le taux du jour, mis à jour toutes les 30 secondes. Il est fixe pendant votre transaction : une fois que vous cliquez sur « Continuer », le taux est verrouil...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réseau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réseaux sont disponibles sur Terex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 (TRC20) — recommandé par défaut. Le moins cher, le plus rapide, le plus utilisé en Afrique.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 (BEP20) — utile si vous utilisez Binance ou PancakeSwap.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(ERC20) — universel mais frais élevés. Choisissez-le si votre destinataire l'exige.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— quasi gratuit, écosystème NFT et jeux.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— ultra rapide, quasi gratuit, très utilisé pour les paiements.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Aptos — nouvelle génération, si votre wallet le supporte.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choisir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Posez-vous une seule question : quel wallet ai-je créé et quel réseau utilise-t-il 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Wallet, MetaMask, Binance → tous supportent TRC20 et BEP20. Prenez TRC20 pour économiser sur les frais.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→ Solana uniquement.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wallet particulier ? Vérifiez la doc ou demandez à notre support.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réseau choisi, cliquez sur « Continuer ». Vous passez à l'étape 2.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Choisir le montant et le réseau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CFA : « Je veux acheter pour 60 000 CFA de USDT ». Vous voyez alors combien de USDT vous allez recevoir.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USDT : « Je veux exactement 100 USDT ». Vous voyez alors combien de CFA vous devez payer.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 (TRC20) — recommandé par défaut. Le moins cher, le plus rapide, le plus utilisé en Afrique.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 (BEP20) — utile si vous utilisez Binance ou PancakeSwap.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(ERC20) — universel mais frais élevés. Choisissez-le si votre destinataire l'exige.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3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Renseigner votre adresse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l'étape la plus critique de tout le processus. Nous allons envoyer vos USDT à l'adresse que vous saisissez ici — donc une erreur = fonds perdus.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récupérer votre adresse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votre wallet (Trust Wallet, MetaMask, Binance, etc.)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l'USDT sur le réseau choisi (ex : « USDT (TRC20) »).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Recevoir » ou « Deposit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adresse s'affiche. Elle ressemble à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TRC20 (Tron) : TN2G8... (commence par T, 34 caractères).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ERC20 / BEP20 : 0xAb3F... (commence par 0x, 42 caractères).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Solana : 9WzD... (Base58, 32-44 caractères).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récupérer votre adresse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Copiez cette adresse.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dans Terex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Revenez sur Terex et collez l'adresse dans le champ prévu. La plateforme vérifie automatiquement que le format correspond au réseau choisi. Si vous vous êtes trompé, un message 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bonnes pratiques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Copier-coller, jamais taper à la main : les adresses sont longues et complexes. Une seule lettre différente = fonds perdus.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Vérifier les 4 premiers et les 4 derniers caractères : après avoir collé, comparez visuellement avec votre wallet. Certains virus (« clipboard hijackers ») remplacent votre ad...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Faire un premier test avec un petit montant : pour votre tout premier achat, n'hésitez pas à faire 20 000 CFA. Une fois que vos USDT arrivent bien, vous pouvez continuer serei...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Utiliser la fonction QR code : si vous êtes en face de votre wallet, scannez le QR code plutôt que de copier-coller. Zéro erreur possible.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votre adresse dans Terex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cochez « Enregistrer cette adresse », Terex la mémorise pour vos prochains achats. Vous n'aurez plus qu'à la sélectionner dans une liste. Pratique et sûr (l'adresse est 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l'adresse validée, cliquez sur « Continuer ». Vous passez au paiement.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Renseigner votre adresse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l'USDT sur le réseau choisi (ex : « USDT (TRC20) »).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Recevoir » ou « Deposit ».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adresse s'affiche. Elle ressemble à 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Copiez cette adresse.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4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Payer via Wave ou Orange Money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cette étape, Terex vous génère un lien de paiement Wave ou un numéro Orange Money spécifique à votre transaction.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payez par Wave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bouton « Payer avec Wave » apparaît. Cliquez dessus.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redirigé vers l'app Wave (ou vers un lien QR à scanner).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et le destinataire sont pré-remplis — vous n'avez rien à modifier.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le paiement dans Wave avec votre PIN.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payez par Orange Money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vous affiche un numéro Orange Money et le montant exact.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Composez #144# sur votre téléphone.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Envoyez ce montant EXACT au numéro affiché.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la référence de la transaction OM que vous recevez par SMS.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Collez cette référence dans le champ Terex prévu à cet effet.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importantes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Envoyez le montant EXACT affiché par Terex, au centime près.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N'ajoutez PAS de message personnel dans le champ « description » de Wave ou OM.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Ne fermez PAS la page Terex avant confirmation du paiement.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ensuite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que nous recevons votre paiement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système détecte automatiquement la transaction (généralement en 10-30 secondes).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passe de « En attente de paiement » à « Paiement reçu, envoi des USDT en cours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envoyons vos USDT à votre adresse depuis notre pool de liquidités.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 paiement : 10-30 secondes.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et confirmation on-chain : quelques secondes à quelques minutes selon le réseau.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moyenne : moins de 2 minutes entre votre paiement et l'arrivée des USDT dans votre wallet.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met plus de 5 minutes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panique. Contactez notre support via le chat en bas à droite de votre écran, ou WhatsApp. Nous vérifions en direct l'état de votre transaction et vous répondons en quelqu...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Payer via Wave ou Orange Money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bouton « Payer avec Wave » apparaît. Cliquez dessus.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redirigé vers l'app Wave (ou vers un lien QR à scanner).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et le destinataire sont pré-remplis — vous n'avez rien à modifier.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le paiement dans Wave avec votre PIN.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vous affiche un numéro Orange Money et le montant exact.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046720" cy="3657600"/>
          </a:xfrm>
          <a:prstGeom prst="roundRect">
            <a:avLst>
              <a:gd name="adj" fmla="val 3750"/>
            </a:avLst>
          </a:prstGeom>
          <a:solidFill>
            <a:srgbClr val="2D1B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importantes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Envoyez le montant EXACT affiché par Terex, au centime près.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N'ajoutez PAS de message personnel dans le champ « description » de Wave ou OM.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5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Recevoir vos USDT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son premier USDT sur Terex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 y est, vos USDT arrivent. Voici ce qui se passe dans votre wallet.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notification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wallet (Trust Wallet, MetaMask, Binance) a les notifications activées, vous recevez une alerte push : « Vous avez reçu 100 USDT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l'app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wallet.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USDT sur le réseau utilisé (TRC20 par exemple).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solde est mis à jour.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l'historique, la transaction apparaît avec la mention « Received » ou « Received from external ».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transaction sur la blockchain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transaction blockchain est publique. Vous pouvez la vérifier vous-même sur un « explorateur »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TRC20 : tronscan.org.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BEP20 : bscscan.com.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ERC20 : etherscan.io.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Solana : solscan.io.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Terex, dans votre historique de commande, un bouton « Voir sur la blockchain » vous emmène directement à votre transaction sur le bon explorateur. Transparence totale.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confirmations attendre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première confirmation, vos USDT sont utilisables. Les confirmations suivantes ne sont importantes que pour de très gros montants.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de vos premiers USDT 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garder en épargne : dans votre wallet, ils gardent leur valeur en dollars.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envoyer à quelqu'un : voir Module 8.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revendre plus tard : quand vous voudrez récupérer du CFA, revenez sur Terex → onglet « Vendre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faire fructifier : sur certaines plateformes DeFi, on peut prêter ses USDT et gagner 5-10% par an. On en parle au Module 10.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Félicitations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faire votre premier achat crypto. Bienvenue dans l'écosystème.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Lecon 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Recevoir vos USDT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votre wallet.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USDT sur le réseau utilisé (TRC20 par exemple).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solde est mis à jour.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l'historique, la transaction apparaît avec la mention « Received » ou « Received from external ».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TRC20 : tronscan.org.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8046720" cy="3657600"/>
          </a:xfrm>
          <a:prstGeom prst="roundRect">
            <a:avLst>
              <a:gd name="adj" fmla="val 3750"/>
            </a:avLst>
          </a:prstGeom>
          <a:solidFill>
            <a:srgbClr val="2D1B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première confirmation, vos USDT sont utilisables. Les confirmations suivantes ne sont importantes que pour de très gros montants.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de vos premiers USDT 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garder en épargne : dans votre wallet, ils gardent leur valeur en dollars.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termine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8 - Acheter son premier USDT sur Terex</dc:title>
  <dc:subject>Acheter son premier USDT sur Terex</dc:subject>
  <dc:creator>Terex Academy</dc:creator>
  <cp:lastModifiedBy>Terex Academy</cp:lastModifiedBy>
  <cp:revision>1</cp:revision>
  <dcterms:created xsi:type="dcterms:W3CDTF">2026-09-07T00:45:14Z</dcterms:created>
  <dcterms:modified xsi:type="dcterms:W3CDTF">2026-09-07T00:45:14Z</dcterms:modified>
</cp:coreProperties>
</file>