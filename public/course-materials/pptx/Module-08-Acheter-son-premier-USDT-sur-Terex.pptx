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image" Target="../media/image-39-5.png"/><Relationship Id="rId6" Type="http://schemas.openxmlformats.org/officeDocument/2006/relationships/image" Target="../media/image-3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0" y="-457200"/>
            <a:ext cx="3657600" cy="3657600"/>
          </a:xfrm>
          <a:prstGeom prst="ellipse">
            <a:avLst/>
          </a:prstGeom>
          <a:solidFill>
            <a:srgbClr val="84CC16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315200" y="2286000"/>
            <a:ext cx="2743200" cy="2743200"/>
          </a:xfrm>
          <a:prstGeom prst="ellipse">
            <a:avLst/>
          </a:prstGeom>
          <a:solidFill>
            <a:srgbClr val="84CC16">
              <a:alpha val="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9144000" cy="45720"/>
          </a:xfrm>
          <a:prstGeom prst="rect">
            <a:avLst/>
          </a:prstGeom>
          <a:solidFill>
            <a:srgbClr val="84CC16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1097280"/>
            <a:ext cx="1463040" cy="14630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9144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137160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son premier USDT sur Terex</a:t>
            </a:r>
            <a:endParaRPr lang="en-US" sz="3600" dirty="0"/>
          </a:p>
        </p:txBody>
      </p:sp>
      <p:sp>
        <p:nvSpPr>
          <p:cNvPr id="8" name="Shape 5"/>
          <p:cNvSpPr/>
          <p:nvPr/>
        </p:nvSpPr>
        <p:spPr>
          <a:xfrm>
            <a:off x="731520" y="3291840"/>
            <a:ext cx="1828800" cy="36576"/>
          </a:xfrm>
          <a:prstGeom prst="rect">
            <a:avLst/>
          </a:prstGeom>
          <a:solidFill>
            <a:srgbClr val="84CC1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31520" y="35661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3931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Formation Crypto &amp; Blockchain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SOMMAIRE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7315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731520" y="137160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37160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0160" y="1444752"/>
            <a:ext cx="329184" cy="32918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737360" y="137160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Terex fonctionne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192024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68680" y="192024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993392"/>
            <a:ext cx="329184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737360" y="192024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— Choisir le montant et le réseau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46888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868680" y="246888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2542032"/>
            <a:ext cx="329184" cy="32918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737360" y="246888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Renseigner votre adresse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731520" y="301752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17" name="Text 12"/>
          <p:cNvSpPr txBox="1"/>
          <p:nvPr/>
        </p:nvSpPr>
        <p:spPr>
          <a:xfrm>
            <a:off x="868680" y="301752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0160" y="3090672"/>
            <a:ext cx="329184" cy="329184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737360" y="301752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— Payer via Wave ou Orange Money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731520" y="3566160"/>
            <a:ext cx="7680960" cy="475488"/>
          </a:xfrm>
          <a:prstGeom prst="roundRect">
            <a:avLst>
              <a:gd name="adj" fmla="val 15385"/>
            </a:avLst>
          </a:prstGeom>
          <a:solidFill>
            <a:srgbClr val="1A2332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868680" y="3566160"/>
            <a:ext cx="3200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0160" y="3639312"/>
            <a:ext cx="329184" cy="32918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737360" y="3566160"/>
            <a:ext cx="6492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— Recevoir vos USDT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84CC16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84CC16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1 / 5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Terex fonctionne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son premier USDT sur Terex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84CC1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est une plateforme d'échange peer-to-peer entre le franc CFA (via mobile money) et l'USDT.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mission : rendre l'achat de crypto simple, rapide et sécurisé pour les Africains de l'Ouest.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vous pouvez faire sur Terex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des USDT en payant en franc CFA via Wave ou Orange Money.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Vendre des USDT et recevoir vos francs CFA sur Wave ou Orange Money.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votre réseau : TRC20, BEP20, ERC20, Polygon, Solana, Aptos.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vos transactions dans un historique clair et transparent.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nous fonctionnons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9436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Contrairement aux grosses plateformes internationales, Te...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PAS vos cryptos. C'est ce qu'on appelle un modèle « non-custodial » : vous nou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24612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43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Cela veut dire :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89788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03504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devez avoir un wallet à vous (voir Module 6).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51760"/>
            <a:ext cx="502920" cy="502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3152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Vos USDT arrivent chez vous, pas dans un compte Terex.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324612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651760"/>
            <a:ext cx="502920" cy="5029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38328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n'y a rien à retirer, rien à débloquer — vous êtes maî...</a:t>
            </a:r>
            <a:endParaRPr lang="en-US" sz="1100" dirty="0"/>
          </a:p>
        </p:txBody>
      </p:sp>
      <p:sp>
        <p:nvSpPr>
          <p:cNvPr id="19" name="Text 12"/>
          <p:cNvSpPr txBox="1"/>
          <p:nvPr/>
        </p:nvSpPr>
        <p:spPr>
          <a:xfrm>
            <a:off x="338328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nds dès la fin de la transaction.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84CC1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processus type d'un achat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entrez le montant en CFA (ex : 60 000 CFA).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système calcule le nombre de USDT que vous allez recevoir au taux du jour.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choisissez le réseau (TRC20 recommandé).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renseignez l'adresse de votre wallet.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payez via Wave ou Orange Money.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validons le paiement et envoyons les USDT.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les recevez dans votre wallet en quelques secondes à quelques minutes.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frais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frais caché.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taux affiché est le taux que vous obtenez.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prenons une petite marge sur le taux de change (généralement 2 à 3%), c'...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équipe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sommes une équipe basée en Afrique de l'Ouest.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support est disponible 24h/24 par chat et WhatsApp.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question, toute inquiétude, contactez-nous — c'est ...</a:t>
            </a:r>
            <a:endParaRPr lang="en-US" sz="1100" dirty="0"/>
          </a:p>
        </p:txBody>
      </p:sp>
      <p:sp>
        <p:nvSpPr>
          <p:cNvPr id="12" name="Text 7"/>
          <p:cNvSpPr txBox="1"/>
          <p:nvPr/>
        </p:nvSpPr>
        <p:spPr>
          <a:xfrm>
            <a:off x="868680" y="3520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qui vous répond.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475488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2651760"/>
            <a:ext cx="502920" cy="502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489204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leçons suivantes détaillent chaque étape de votre pre...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Terex fonctionne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des USDT en payant en franc CFA via Wave ou Orange Money.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Vendre des USDT et recevoir vos francs CFA sur Wave ou Orange Money.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votre réseau : TRC20, BEP20, ERC20, Polygon, Solana, Aptos.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Suivre vos transactions dans un historique clair et transparent.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devez avoir un wallet à vous (voir Module 6).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84CC16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84CC16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2 / 5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— Choisir le montant et le réseau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son premier USDT sur Terex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84CC1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Rendez-vous sur l'onglet « Acheter » depuis votre tableau de bord Terex. La page s'ouvre sur l'écran principal.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Entrer le montant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Deux façons de saisir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CFA : « Je veux acheter pour 60 000 CFA de USDT ». Vous voyez alors combien de USDT vous allez recevoir.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USDT : « Je veux exactement 100 USDT ». Vous voyez alors combien de CFA vous devez payer.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minimum est de 20 000 CFA par transaction. Pas de maximum sauf grosse limi...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taux affiché est le taux du jour, mis à jour toutes les 30 secondes. Il es...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84CC1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Choisir le réseau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réseaux sont disponibles sur Terex :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 (TRC20) — recommandé par défaut. Le moins cher, le plus rapide, le plus utilisé en Afrique.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 Chain (BEP20) — utile si vous utilisez Binance ou PancakeSwap.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(ERC20) — universel mais frais élevés. Choisissez-le si votre destinataire l'exige.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Polygon — quasi gratuit, écosystème NFT et jeux.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Solana — ultra rapide, quasi gratuit, très utilisé pour les paiements.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Aptos — nouvelle génération, si votre wallet le supporte.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84CC1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choisir ?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Posez-vous une seule question : quel wallet ai-je créé et quel réseau utilise-t-il ?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Wallet, MetaMask, Binance → tous supportent TRC20 et BEP20. Prenez TRC20 pour économiser sur les frais.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→ Solana uniquement.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wallet particulier ? Vérifiez la doc ou demandez à notre support.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le réseau choisi, cliquez sur « Continuer ». Vous passez à l'étape 2.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2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1 — Choisir le montant et le réseau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CFA : « Je veux acheter pour 60 000 CFA de USDT ». Vous voyez alors combien de USDT vous allez recevoir.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USDT : « Je veux exactement 100 USDT ». Vous voyez alors combien de CFA vous devez payer.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Tron (TRC20) — recommandé par défaut. Le moins cher, le plus rapide, le plus utilisé en Afrique.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BNB Chain (BEP20) — utile si vous utilisez Binance ou PancakeSwap.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Ethereum (ERC20) — universel mais frais élevés. Choisissez-le si votre destinataire l'exige.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84CC16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84CC16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3 / 5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Renseigner votre adresse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son premier USDT sur Terex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84CC1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C'est l'étape la plus critique de tout le processus.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allons envoyer vos USDT à l'adresse que vous saisissez ici — donc une erreur = fonds perdus.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récupérer votre adresse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votre wallet (Trust Wallet, MetaMask, Binance, etc.)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Cherchez l'USDT sur le réseau choisi (ex : « USDT (TRC20) »).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Cliquez sur « Recevoir » ou « Deposit ».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adresse s'affiche. Elle ressemble à :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TRC20 (Tron) : TN2G8... (commence par T, 34 caractères).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ERC20 / BEP20 : 0xAb3F... (commence par 0x, 42 caractères).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120640" y="246888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569464"/>
            <a:ext cx="438912" cy="4389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06440" y="2468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Solana : 9WzD... (Base58, 32-44 caractères).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84CC1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 récupérer votre adresse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Copiez cette adresse.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84CC1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Coller dans Terex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Revenez sur Terex et collez l'adresse dans le champ prévu.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plateforme vérifie automatiquement que le format correspond au réseau choisi.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vous êtes trompé, un message rouge apparaît.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bonnes pratiques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Copier-coller, jamais taper à la main : les adresses sont longues et complexes.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seule lettre différente = fonds perdus.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Vérifier les 4 premiers et les 4 derniers caractères : après avoir collé, comparez visuellement avec votre wallet.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Certains virus (« clipboard hijackers ») remplacent votre adresse copiée par celle d'un pirate — vérifier détecte l'a...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Faire un premier test avec un petit montant : pour votre tout premier achat...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que vos USDT arrivent bien, vous pouvez continuer sereinement avec d...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120640" y="246888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569464"/>
            <a:ext cx="438912" cy="4389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06440" y="2468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Utiliser la fonction QR code : si vous êtes en face de votre wallet, scanne...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84CC1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bonnes pratiques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erreur possible.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84CC1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Enregistrer votre adresse dans Terex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cochez « Enregistrer cette adresse », Terex la mémorise pour vos prochains achats.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n'aurez plus qu'à la sélectionner dans une liste.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Pratique et sûr (l'adresse est stockée chiffrée dans votre compte).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 fois l'adresse validée, cliquez sur « Continuer ». Vous passez au paiement.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3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2 — Renseigner votre adresse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Cherchez l'USDT sur le réseau choisi (ex : « USDT (TRC20) »).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Cliquez sur « Recevoir » ou « Deposit ».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Votre adresse s'affiche. Elle ressemble à :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Copiez cette adresse.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84CC16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84CC16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4 / 5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— Payer via Wave ou Orange Money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son premier USDT sur Terex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84CC1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cette étape, Terex vous génère un lien de paiement Wave ou un numéro Orange Money spécifique à votre transaction.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4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payez par Wave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bouton « Payer avec Wave » apparaît. Cliquez dessus.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êtes redirigé vers l'app Wave (ou vers un lien QR à scanner).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montant et le destinataire sont pré-remplis — vous n'avez rien à modifier.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Validez le paiement dans Wave avec votre PIN.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vous payez par Orange Money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9436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vous affiche un numéro Orange Money et le montant e...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324612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8328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Composez #144sur votre téléphone.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589788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502920" cy="5029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03504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Envoyez ce montant EXACT au numéro affiché.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59436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51760"/>
            <a:ext cx="502920" cy="50292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73152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Notez la référence de la transaction OM que vous recevez ...</a:t>
            </a:r>
            <a:endParaRPr lang="en-US" sz="1100" dirty="0"/>
          </a:p>
        </p:txBody>
      </p:sp>
      <p:sp>
        <p:nvSpPr>
          <p:cNvPr id="15" name="Shape 9"/>
          <p:cNvSpPr/>
          <p:nvPr/>
        </p:nvSpPr>
        <p:spPr>
          <a:xfrm>
            <a:off x="324612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651760"/>
            <a:ext cx="502920" cy="50292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338328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Collez cette référence dans le champ Terex prévu à cet ef...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84CC1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importantes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Envoyez le montant EXACT affiché par Terex, au centime près.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N'ajoutez PAS de message personnel dans le champ « description » de Wave ou OM.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Ne fermez PAS la page Terex avant confirmation du paiement.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4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qui se passe ensuite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que nous recevons votre paiement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système détecte automatiquement la transaction (généralement en 10-30 secondes).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statut passe de « En attente de paiement » à « Paiement reçu, envoi des US...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envoyons vos USDT à votre adresse depuis notre pool de liquidités.</a:t>
            </a:r>
            <a:endParaRPr lang="en-US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de temps ?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73152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86868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Détection du paiement : 10-30 secondes.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754880" y="100584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14300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4892040" y="171907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Envoi et confirmation on-chain : quelques secondes à quel...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4892040" y="201168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selon le réseau.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31520" y="2514600"/>
            <a:ext cx="365760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5176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868680" y="3227832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moyenne : moins de 2 minutes entre votre paiement et l...</a:t>
            </a:r>
            <a:endParaRPr lang="en-US" sz="1100" dirty="0"/>
          </a:p>
        </p:txBody>
      </p:sp>
      <p:sp>
        <p:nvSpPr>
          <p:cNvPr id="13" name="Text 8"/>
          <p:cNvSpPr txBox="1"/>
          <p:nvPr/>
        </p:nvSpPr>
        <p:spPr>
          <a:xfrm>
            <a:off x="868680" y="352044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USDT dans votre wallet.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84CC1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ça met plus de 5 minutes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 de panique.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Contactez notre support via le chat en bas à droite de votre écran, ou WhatsApp.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vérifions en direct l'état de votre transaction et vous répondons en quelques minutes.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4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3 — Payer via Wave ou Orange Money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bouton « Payer avec Wave » apparaît. Cliquez dessus.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êtes redirigé vers l'app Wave (ou vers un lien QR à scanner).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montant et le destinataire sont pré-remplis — vous n'avez rien à modifier.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Validez le paiement dans Wave avec votre PIN.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vous affiche un numéro Orange Money et le montant exact.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2D1B1B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Règles importantes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Envoyez le montant EXACT affiché par Terex, au centime près.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N'ajoutez PAS de message personnel dans le champ « description » de Wave ou OM.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D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548640"/>
            <a:ext cx="1280160" cy="12801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2011680"/>
            <a:ext cx="822960" cy="8229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6583680" y="-274320"/>
            <a:ext cx="3200400" cy="3200400"/>
          </a:xfrm>
          <a:prstGeom prst="ellipse">
            <a:avLst/>
          </a:prstGeom>
          <a:solidFill>
            <a:srgbClr val="84CC16">
              <a:alpha val="6000"/>
            </a:srgbClr>
          </a:solidFill>
          <a:ln/>
        </p:spPr>
      </p:sp>
      <p:sp>
        <p:nvSpPr>
          <p:cNvPr id="5" name="Shape 1"/>
          <p:cNvSpPr/>
          <p:nvPr/>
        </p:nvSpPr>
        <p:spPr>
          <a:xfrm>
            <a:off x="731520" y="914400"/>
            <a:ext cx="45720" cy="2194560"/>
          </a:xfrm>
          <a:prstGeom prst="rect">
            <a:avLst/>
          </a:prstGeom>
          <a:solidFill>
            <a:srgbClr val="84CC16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960120" y="9144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Leçon 5 / 5</a:t>
            </a:r>
            <a:endParaRPr lang="en-US" sz="1200" dirty="0"/>
          </a:p>
        </p:txBody>
      </p:sp>
      <p:sp>
        <p:nvSpPr>
          <p:cNvPr id="7" name="Text 3"/>
          <p:cNvSpPr txBox="1"/>
          <p:nvPr/>
        </p:nvSpPr>
        <p:spPr>
          <a:xfrm>
            <a:off x="960120" y="1371600"/>
            <a:ext cx="6217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— Recevoir vos USDT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960120" y="41148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Acheter son premier USDT sur Terex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84CC1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45720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Ça y est, vos USDT arrivent. Voici ce qui se passe dans votre wallet.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5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notification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votre wallet (Trust Wallet, MetaMask, Binance) a les notifications activées, vous recevez une alerte push : « Vous...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l'app :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Ouvrez votre wallet.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Sélectionnez USDT sur le réseau utilisé (TRC20 par exemple).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solde est mis à jour.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120640" y="246888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2569464"/>
            <a:ext cx="438912" cy="43891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806440" y="246888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l'historique, la transaction apparaît avec la mention « Received » ou « ...</a:t>
            </a:r>
            <a:endParaRPr lang="en-US" sz="12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Vérifier la transaction sur la blockchain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9436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43000"/>
            <a:ext cx="502920" cy="5029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transaction blockchain est publique. Vous pouvez la...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0116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s-même sur un « explorateur » :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24612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143000"/>
            <a:ext cx="502920" cy="5029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38328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TRC20 : tronscan.org.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5897880" y="100584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143000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035040" y="171907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BEP20 : bscscan.com.</a:t>
            </a:r>
            <a:endParaRPr lang="en-US" sz="1100" dirty="0"/>
          </a:p>
        </p:txBody>
      </p:sp>
      <p:sp>
        <p:nvSpPr>
          <p:cNvPr id="13" name="Shape 8"/>
          <p:cNvSpPr/>
          <p:nvPr/>
        </p:nvSpPr>
        <p:spPr>
          <a:xfrm>
            <a:off x="59436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2651760"/>
            <a:ext cx="502920" cy="50292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3152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ERC20 : etherscan.io.</a:t>
            </a:r>
            <a:endParaRPr lang="en-US" sz="1100" dirty="0"/>
          </a:p>
        </p:txBody>
      </p:sp>
      <p:sp>
        <p:nvSpPr>
          <p:cNvPr id="16" name="Shape 10"/>
          <p:cNvSpPr/>
          <p:nvPr/>
        </p:nvSpPr>
        <p:spPr>
          <a:xfrm>
            <a:off x="324612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651760"/>
            <a:ext cx="502920" cy="5029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38328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Solana : solscan.io.</a:t>
            </a:r>
            <a:endParaRPr lang="en-US" sz="1100" dirty="0"/>
          </a:p>
        </p:txBody>
      </p:sp>
      <p:sp>
        <p:nvSpPr>
          <p:cNvPr id="19" name="Shape 12"/>
          <p:cNvSpPr/>
          <p:nvPr/>
        </p:nvSpPr>
        <p:spPr>
          <a:xfrm>
            <a:off x="5897880" y="2514600"/>
            <a:ext cx="2468880" cy="1371600"/>
          </a:xfrm>
          <a:prstGeom prst="roundRect">
            <a:avLst>
              <a:gd name="adj" fmla="val 6667"/>
            </a:avLst>
          </a:prstGeom>
          <a:solidFill>
            <a:srgbClr val="1A2332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5040" y="2651760"/>
            <a:ext cx="502920" cy="502920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035040" y="3227832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Terex, dans votre historique de commande, un bouton «...</a:t>
            </a:r>
            <a:endParaRPr lang="en-US" sz="1100" dirty="0"/>
          </a:p>
        </p:txBody>
      </p:sp>
      <p:sp>
        <p:nvSpPr>
          <p:cNvPr id="22" name="Text 14"/>
          <p:cNvSpPr txBox="1"/>
          <p:nvPr/>
        </p:nvSpPr>
        <p:spPr>
          <a:xfrm>
            <a:off x="6035040" y="35204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blockchain » vous emmène directement à votre transaction sur le bon explorateur.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84CC1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Combien de confirmations attendre ?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la première confirmation, vos USDT sont utilisables.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confirmations suivantes ne sont importantes que pour de très gros montants.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5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74320"/>
            <a:ext cx="7680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faire de vos premiers USDT ?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005840"/>
            <a:ext cx="4206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garder en épargne : dans votre wallet, ils gardent leur valeur en dollars.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envoyer à quelqu'un : voir Module 8.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120640" y="100584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57800" y="1106424"/>
            <a:ext cx="43891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806440" y="100584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revendre plus tard : quand vous voudrez récupérer du CFA, revenez sur Ter...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120640" y="1737360"/>
            <a:ext cx="3474720" cy="640080"/>
          </a:xfrm>
          <a:prstGeom prst="roundRect">
            <a:avLst>
              <a:gd name="adj" fmla="val 14286"/>
            </a:avLst>
          </a:prstGeom>
          <a:solidFill>
            <a:srgbClr val="1A233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837944"/>
            <a:ext cx="438912" cy="43891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806440" y="173736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faire fructifier : sur certaines plateformes DeFi, on peut prêter ses USD...</a:t>
            </a:r>
            <a:endParaRPr lang="en-US" sz="12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955280" y="182880"/>
            <a:ext cx="640080" cy="640080"/>
          </a:xfrm>
          <a:prstGeom prst="ellipse">
            <a:avLst/>
          </a:prstGeom>
          <a:solidFill>
            <a:srgbClr val="84CC16">
              <a:alpha val="12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8432" y="256032"/>
            <a:ext cx="493776" cy="49377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74320"/>
            <a:ext cx="7132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4CC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Félicitations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960120"/>
            <a:ext cx="768096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venez de faire votre premier achat crypto. Bienvenue dans l'écosystème.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470916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— Leçon 5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A2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04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28016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RETENIR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8229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Étape 4 — Recevoir vos USDT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14400" y="146304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Ouvrez votre wallet.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31520" y="210312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914400" y="210312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508760" y="2103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Sélectionnez USDT sur le réseau utilisé (TRC20 par exemple).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731520" y="274320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914400" y="274320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1508760" y="27432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solde est mis à jour.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731520" y="338328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14400" y="338328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508760" y="33832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Dans l'historique, la transaction apparaît avec la mention « Received » ou « Received from external ».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731520" y="4023360"/>
            <a:ext cx="7680960" cy="548640"/>
          </a:xfrm>
          <a:prstGeom prst="roundRect">
            <a:avLst>
              <a:gd name="adj" fmla="val 13333"/>
            </a:avLst>
          </a:prstGeom>
          <a:solidFill>
            <a:srgbClr val="0F1419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914400" y="4023360"/>
            <a:ext cx="411480" cy="548640"/>
          </a:xfrm>
          <a:prstGeom prst="roundRect">
            <a:avLst>
              <a:gd name="adj" fmla="val 48889"/>
            </a:avLst>
          </a:prstGeom>
          <a:solidFill>
            <a:srgbClr val="84CC1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4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508760" y="40233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TRC20 : tronscan.org.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48640"/>
            <a:ext cx="8046720" cy="3840480"/>
          </a:xfrm>
          <a:prstGeom prst="roundRect">
            <a:avLst>
              <a:gd name="adj" fmla="val 3571"/>
            </a:avLst>
          </a:prstGeom>
          <a:solidFill>
            <a:srgbClr val="2D1B1B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54864" cy="3840480"/>
          </a:xfrm>
          <a:prstGeom prst="rect">
            <a:avLst/>
          </a:prstGeom>
          <a:solidFill>
            <a:srgbClr val="EF4444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777240"/>
            <a:ext cx="548640" cy="5486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600200" y="7772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1371600"/>
            <a:ext cx="7406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la première confirmation, vos USDT sont utilisables. Les confirmations suivantes ne sont importantes que pour de très gros montants.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faire de vos premiers USDT ?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CA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Les garder en épargne : dans votre wallet, ils gardent leur valeur en dollars.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0F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0" y="457200"/>
            <a:ext cx="3657600" cy="3657600"/>
          </a:xfrm>
          <a:prstGeom prst="ellipse">
            <a:avLst/>
          </a:prstGeom>
          <a:solidFill>
            <a:srgbClr val="84CC16">
              <a:alpha val="6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31920" y="914400"/>
            <a:ext cx="1280160" cy="1280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31520" y="237744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8 termine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30175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Passez au module suivant pour continuer votre apprentissage.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200400" y="3657600"/>
            <a:ext cx="2743200" cy="36576"/>
          </a:xfrm>
          <a:prstGeom prst="rect">
            <a:avLst/>
          </a:prstGeom>
          <a:solidFill>
            <a:srgbClr val="84CC16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2286000" y="39319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spc="3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TEREX ACADEMY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2286000" y="4251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9E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terangaexchange.com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Terex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8 - Acheter son premier USDT sur Terex</dc:title>
  <dc:subject>Acheter son premier USDT sur Terex</dc:subject>
  <dc:creator>Terex Academy</dc:creator>
  <cp:lastModifiedBy>Terex Academy</cp:lastModifiedBy>
  <cp:revision>1</cp:revision>
  <dcterms:created xsi:type="dcterms:W3CDTF">2026-09-07T01:22:29Z</dcterms:created>
  <dcterms:modified xsi:type="dcterms:W3CDTF">2026-09-07T01:22:29Z</dcterms:modified>
</cp:coreProperties>
</file>