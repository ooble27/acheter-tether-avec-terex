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 de la blockchain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Crypto &amp;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Qu'est-ce que la blockchain ?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L'histoire du Bitcoin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1 /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blockchain 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 de la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blockchain est une technologie de registre distribué qui permet de stocker et de transmettre des informations de manière transparente et sécurisée, sans organe central de con...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Imaginez un grand cahier numérique partagé entre des milliers de personnes dans le monde. Chaque fois qu'une transaction est effectuée, elle est inscrite dans ce cahier. Une foi...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caractéristiques clés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DÉCENTRALISATION — Aucune banque, aucun gouvernement ne contrôle la blockchain. Le réseau est maintenu par des milliers d'ordinateurs (nœuds) répartis dans le monde.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— Toutes les transactions sont visibles par tous les participants. Chaque personne peut vérifier l'historique complet.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IMMUTABILITÉ — Une fois qu'une transaction est confirmée et ajoutée à la blockchain, il est pratiquement impossible de la modifier.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La blockchain utilise la cryptographie avancée pour sécuriser les données. Chaque bloc est lié au précédent par un hash cryptographique.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blockchain a été inventée en 2008 par une personne (ou un groupe) utilisant le pseudonyme Satoshi Nakamoto, dans le cadre de la création du Bitcoin.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Lecon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blockchain 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DÉCENTRALISATION — Aucune banque, aucun gouvernement ne contrôle la blockchain. Le réseau est maintenu par des milliers d'ordinateurs (nœuds) répar...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— Toutes les transactions sont visibles par tous les participants. Chaque personne peut vérifier l'historique complet.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IMMUTABILITÉ — Une fois qu'une transaction est confirmée et ajoutée à la blockchain, il est pratiquement impossible de la modifier.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La blockchain utilise la cryptographie avancée pour sécuriser les données. Chaque bloc est lié au précédent par un hash cryptographique.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45720" cy="2560320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Lecon 2 /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L'histoire du Bitcoin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fondamentaux de la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Bitcoin est la première cryptomonnaie, créée en 2009. Voici les dates clés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— Satoshi Nakamoto publie le white paper "Bitcoin: A Peer-to-Peer Electronic Cash System"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— Le premier bloc Bitcoin (bloc Genesis) est miné le 3 janvier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— Première transaction réelle : 10 000 BTC pour 2 pizzas (aujourd'hui plusieurs centaines de millions de dollars)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— Le Bitcoin atteint 1 000 $ pour la première fois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— Bull run historique, le BTC atteint 20 000 $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— Le Bitcoin dépasse 60 000 $, le Salvador l'adopte comme monnaie légale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— Approbation des ETF Bitcoin aux États-Unis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Bitcoin a été créé en réponse à la crise financière de 2008. L'idée était de créer une monnaie qui ne dépend d'aucune banque centrale ni d'aucun gouvernement.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Lecon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L'histoire du Bitcoin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5544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— Satoshi Nakamoto publie le white paper "Bitcoin: A Peer-to-Peer Electronic Cash System"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12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— Le premier bloc Bitcoin (bloc Genesis) est miné le 3 janvier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71216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87121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— Première transaction réelle : 10 000 BTC pour 2 pizzas (aujourd'hui plusieurs centaines de millions de dollars)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29584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295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— Le Bitcoin atteint 1 000 $ pour la première fois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187952"/>
            <a:ext cx="457200" cy="548640"/>
          </a:xfrm>
          <a:prstGeom prst="roundRect">
            <a:avLst>
              <a:gd name="adj" fmla="val 50000"/>
            </a:avLst>
          </a:prstGeom>
          <a:solidFill>
            <a:srgbClr val="00BF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418795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— Bull run historique, le BTC atteint 20 000 $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termine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2194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au module suivant pour continuer votre apprentissage.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54864"/>
          </a:xfrm>
          <a:prstGeom prst="rect">
            <a:avLst/>
          </a:prstGeom>
          <a:solidFill>
            <a:srgbClr val="00BF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2860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terangaexchange.com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1 - Les fondamentaux de la blockchain</dc:title>
  <dc:subject>Les fondamentaux de la blockchain</dc:subject>
  <dc:creator>Terex Academy</dc:creator>
  <cp:lastModifiedBy>Terex Academy</cp:lastModifiedBy>
  <cp:revision>1</cp:revision>
  <dcterms:created xsi:type="dcterms:W3CDTF">2026-09-07T00:45:14Z</dcterms:created>
  <dcterms:modified xsi:type="dcterms:W3CDTF">2026-09-07T00:45:14Z</dcterms:modified>
</cp:coreProperties>
</file>