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Acheter votre premier USDT avec Terex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L'histoire de la monnaie en 10 minutes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2008, la naissance de Bitcoin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La révolution Satoshi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1 /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votre premier USDT avec Terex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(Tether) est un stablecoin : sa valeur est stable à 1 dollar américain. C'est la cryptomonnaie idéale pour débuter car elle ne fluctue pas comme le Bitcoin.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POUR ACHETER DU USDT SUR TEREX :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compte sur terangaexchange.com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Complétez votre vérification KYC (identité)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"Acheter" dans votre tableau de bord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Entrez le montant en CFA que vous souhaitez investir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Renseignez votre adresse de portefeuille USDT (réseau TRC20 recommandé)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Effectuez le paiement via NabooPay ou Wave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Recevez vos USDT en quelques minutes !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POUR ACHETER DU USDT SUR TEREX :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RÉSEAU CHOISIR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— Le moins cher en frais de transfert. Recommandé pour les débutants.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— Frais bas aussi, compatible avec l'écosystème Binance.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— Le plus ancien mais les frais peuvent être élevés.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Vérifiez TOUJOURS que le réseau de votre adresse de réception correspond au réseau choisi sur Terex. Envoyer du USDT TRC20 à une adresse ERC20 = perte définitive des...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votre premier USDT avec Terex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compte sur terangaexchange.com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Complétez votre vérification KYC (identité)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"Acheter" dans votre tableau de bord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Entrez le montant en CFA que vous souhaitez investir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Renseignez votre adresse de portefeuille USDT (réseau TRC20 recommandé)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Vérifiez TOUJOURS que le réseau de votre adresse de réception correspond au réseau choisi sur Terex. Envoyer du USDT TRC20 à une adresse ERC20 = perte définitive des fonds.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2 /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de la monnaie en 10 minutes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comprendre pourquoi Bitcoin a été inventé, il faut d'abord comprendre ce qu'est une monnaie et comment elle a évolué.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troc (—3000 avant J.-C.) : on échangeait un mouton contre du blé. Problème : il fallait que les deux personnes veuillent exactement ce que l'autre proposait.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monnaies-marchandises : coquillages, sel, plumes rares, cauris (utilisés en Afrique de l'Ouest jusqu'au 19e siècle). Un accord collectif sur « ce qui a de la valeur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métaux précieux (—600 avant J.-C.) : l'or et l'argent deviennent la référence. Rares, durables, divisibles. Les premières pièces frappées apparaissent en Lydie (actuelle Tur...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papier-monnaie (Chine, 7e siècle) : plus léger, plus pratique. Mais son acceptation dépend de la confiance dans l'émetteur (l'État).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L'étalon-or (19e siècle — 1971) : chaque billet était théoriquement échangeable contre une quantité d'or.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monnaie fiduciaire (depuis 1971) : Nixon détache le dollar de l'or. Aujourd'hui, la valeur d'un billet ne repose plus que sur la confiance dans le gouvernement qui l'émet — e...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: les États peuvent imprimer autant de monnaie qu'ils veulent. Résultat : l'inflation grignote le pouvoir d'achat. Un franc CFA de 1990 valait beaucoup plus qu'un fr...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de ce constat qu'est née une idée : et si on créait une monnaie que personne ne peut imprimer à volonté 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3 /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2008, la naissance de Bitcoin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2008. Le monde traverse la pire crise financière depuis 1929. La banque Lehman Brothers vient de faire faillite. Des millions de gens perdent leurs économies. Les États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31 octobre 2008, une personne (ou un groupe) sous le pseudonyme Satoshi Nakamoto publie un document de 9 pages : « Bitcoin: A Peer-to-Peer Electronic Cash System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 est révolutionnaire : créer une monnaie électronique qui fonctionne sans banque, sans État, sans intermédiaire. Une monnaie dont la quantité totale est fixée à l'avance (...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janvier 2009, le premier bloc Bitcoin est créé. Satoshi y inscrit un message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« The Times 03/Jan/2009 Chancellor on brink of second bailout for banks 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référence à la une du journal britannique The Times ce jour-là — les banques sont à nouveau au bord du gouffre. Un pied-de-nez au système.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Jusqu'en 2010, Bitcoin ne valait rien. La première transaction commerciale connue : un développeur a payé 10 000 BTC pour deux pizzas. À l'époque, cela valait 40 dollars. Aujour...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2011, Satoshi disparaît définitivement d'internet. Personne ne sait qui il est vraiment. Il aurait environ 1 million de bitcoins — mais n'en a jamais bougé un seul.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lui, ne s'est jamais arrêté. Depuis 15 ans, le réseau fonctionne 24h/24, sans interruption, sans faille.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4 /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révolution Satoshi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Satoshi a inventé va bien au-delà de Bitcoin. Il a résolu un problème mathématique vieux de 30 ans : comment mettre d'accord un réseau de personnes qui ne se connaissent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Bitcoin, tout système numérique de valeur reposait sur un tiers de confiance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banque garde le décompte de votre argent.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enregistre vos paiements.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sait combien vous avez sur votre compte.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ce tiers ferme, disparaît, se fait pirater, ou décide de bloquer votre compte, votre argent est en péril.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Satoshi a proposé une alternative : la blockchain. Un grand livre de comptes copié sur des milliers d'ordinateurs à travers le monde, tenu à jour ensemble, sans chef. Si l'un me...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innovations majeures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de travail (Proof-of-Work) : pour ajouter une transaction, il faut résoudre un puzzle mathématique coûteux en énergie. Cela empêche de tricher.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de blocs cryptographique : chaque bloc contient l'empreinte du bloc précédent. Modifier un bloc oblige à modifier toute la chaîne — mathématiquement impossible.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récompense pour les mineurs : ceux qui sécurisent le réseau reçoivent de nouveaux bitcoins. Un incitatif économique aligné avec la sécurité du système.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cette technologie inspire des milliers d'autres projets : Ethereum, Solana, les stablecoins, les NFT, la DeFi. Nous allons les voir dans les modules suivants.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Lecon 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révolution Satoshi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banque garde le décompte de votre argent.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enregistre vos paiements.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sait combien vous avez sur votre compte.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de travail (Proof-of-Work) : pour ajouter une transaction, il faut résoudre un puzzle mathématique coûteux en énergie. Cela empêche de tr...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de blocs cryptographique : chaque bloc contient l'empreinte du bloc précédent. Modifier un bloc oblige à modifier toute la chaîne — mathé...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termine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926080"/>
            <a:ext cx="27432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3 - Premiers pas pratiques</dc:title>
  <dc:subject>Premiers pas pratiques</dc:subject>
  <dc:creator>Terex Academy</dc:creator>
  <cp:lastModifiedBy>Terex Academy</cp:lastModifiedBy>
  <cp:revision>1</cp:revision>
  <dcterms:created xsi:type="dcterms:W3CDTF">2026-09-07T00:45:14Z</dcterms:created>
  <dcterms:modified xsi:type="dcterms:W3CDTF">2026-09-07T00:45:14Z</dcterms:modified>
</cp:coreProperties>
</file>