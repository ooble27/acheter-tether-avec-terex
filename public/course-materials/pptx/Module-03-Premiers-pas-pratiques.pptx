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457200"/>
            <a:ext cx="3657600" cy="3657600"/>
          </a:xfrm>
          <a:prstGeom prst="ellipse">
            <a:avLst/>
          </a:prstGeom>
          <a:solidFill>
            <a:srgbClr val="EC4899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2286000"/>
            <a:ext cx="2743200" cy="2743200"/>
          </a:xfrm>
          <a:prstGeom prst="ellipse">
            <a:avLst/>
          </a:prstGeom>
          <a:solidFill>
            <a:srgbClr val="EC4899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EC4899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097280"/>
            <a:ext cx="1463040" cy="1463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914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37160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Premiers pas pratiques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3566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Crypto &amp; 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731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33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37160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444752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37160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 votre premier USDT avec Terex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192024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33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8680" y="192024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993392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737360" y="192024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L'histoire de la monnaie en 10 minutes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46888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33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68680" y="246888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2542032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737360" y="246888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2008, la naissance de Bitcoin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731520" y="301752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33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68680" y="301752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3090672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737360" y="301752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révolution Satoshi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EC4899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1 / 4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 votre premier USDT avec Terex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Premiers pas pratiques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EC4899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USDT (Tether) est un stablecoin : sa valeur est stable à 1 dollar américain.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la cryptomonnaie idéale pour débuter car elle ne fluctue pas comme le Bitcoin.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ÉTAPES POUR ACHETER DU USDT SUR TEREX :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Créez votre compte sur terangaexchange.com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Complétez votre vérification KYC (identité)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Cliquez sur "Acheter" dans votre tableau de bord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Entrez le montant en CFA que vous souhaitez investir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Renseignez votre adresse de portefeuille USDT (réseau TRC20 recommandé)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Effectuez le paiement via NabooPay ou Wave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120640" y="246888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569464"/>
            <a:ext cx="438912" cy="43891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806440" y="24688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Recevez vos USDT en quelques minutes !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ÉTAPES POUR ACHETER DU USDT SUR TEREX :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9436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 RÉSEAU CHOISIR ?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24612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4300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38328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TRC20 (Tron) — Le moins cher en frais de transfert. Recom...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38328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débutants.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89788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43000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03504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BEP20 (BNB Chain) — Frais bas aussi, compatible avec l'éc...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03504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nce.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59436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651760"/>
            <a:ext cx="502920" cy="5029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3152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ERC20 (Ethereum) — Le plus ancien mais les frais peuvent ...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324612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651760"/>
            <a:ext cx="502920" cy="5029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338328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: Vérifiez TOUJOURS que le réseau de votre adre...</a:t>
            </a:r>
            <a:endParaRPr lang="en-US" sz="1100" dirty="0"/>
          </a:p>
        </p:txBody>
      </p:sp>
      <p:sp>
        <p:nvSpPr>
          <p:cNvPr id="20" name="Text 13"/>
          <p:cNvSpPr txBox="1"/>
          <p:nvPr/>
        </p:nvSpPr>
        <p:spPr>
          <a:xfrm>
            <a:off x="338328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 correspond au réseau choisi sur Terex. Envoyer du USDT TRC20 à une adresse 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 votre premier USDT avec Terex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EC489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Créez votre compte sur terangaexchange.com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EC489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Complétez votre vérification KYC (identité)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EC489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Cliquez sur "Acheter" dans votre tableau de bord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EC489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Entrez le montant en CFA que vous souhaitez investir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EC489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Renseignez votre adresse de portefeuille USDT (réseau TRC20 recommandé)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8046720" cy="3840480"/>
          </a:xfrm>
          <a:prstGeom prst="roundRect">
            <a:avLst>
              <a:gd name="adj" fmla="val 3571"/>
            </a:avLst>
          </a:prstGeom>
          <a:solidFill>
            <a:srgbClr val="2D1B1B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54864" cy="384048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77240"/>
            <a:ext cx="548640" cy="548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00200" y="777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1371600"/>
            <a:ext cx="7406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: Vérifiez TOUJOURS que le réseau de votre adresse de réception correspond au réseau choisi sur Terex. Envoyer du USDT TRC20 à une adresse ERC20 = perte définitive des fonds.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EC4899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2 / 4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L'histoire de la monnaie en 10 minutes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Premiers pas pratiques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EC4899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comprendre pourquoi Bitcoin a été inventé, il faut d'abord comprendre ce qu'est une monnaie et comment elle a évolué.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troc (—3000 avant J.-C.) : on échangeait un mouton contre du blé.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 : il fallait que les deux personnes veuillent exactement ce que l'autre proposait.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monnaies-marchandises : coquillages, sel, plumes rares, cauris (utilisés en Afrique de l'Ouest jusqu'au 19e siècle).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accord collectif sur « ce qui a de la valeur ».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métaux précieux (—600 avant J.-C.) : l'or et l'argent deviennent la référence.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Rares, durables, divisibles.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premières pièces frappées apparaissent en Lydie (actuelle Turquie).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papier-monnaie (Chine, 7e siècle) : plus léger, plus pratique.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son acceptation dépend de la confiance dans l'émetteur (l'État).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L'étalon-or (19e siècle — 1971) : chaque billet était théoriquement échangeable contre une quantité d'or.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120640" y="45720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557784"/>
            <a:ext cx="438912" cy="4389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806440" y="4572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monnaie fiduciaire (depuis 1971) : Nixon détache le dollar de l'or.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120640" y="118872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289304"/>
            <a:ext cx="438912" cy="43891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8064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Aujourd'hui, la valeur d'un billet ne repose plus que sur la confiance dans l...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120640" y="19202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020824"/>
            <a:ext cx="438912" cy="43891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806440" y="1920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 : les États peuvent imprimer autant de monnaie qu'ils veulent.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502920" cy="502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6868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l'inflation grignote le pouvoir d'achat.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75488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502920" cy="5029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89204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franc CFA de 1990 valait beaucoup plus qu'un franc CFA...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73152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51760"/>
            <a:ext cx="502920" cy="5029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de ce constat qu'est née une idée : et si on créait...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868680" y="3520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personne ne peut imprimer à volonté ?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EC4899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3 / 4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2008, la naissance de Bitcoin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Premiers pas pratiques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EC4899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Octobre 2008.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monde traverse la pire crise financière depuis 1929.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banque Lehman Brothers vient de faire faillite.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millions de gens perdent leurs économies.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États impriment des milliards pour sauver les banques.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31 octobre 2008, une personne (ou un groupe) sous le pseudonyme Satoshi Nakamoto publie un document de 9 pages : « Bitcoin: A Peer-to-Peer Electronic Cash System ».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L'idée est révolutionnaire : créer une monnaie électronique qui fonctionne sans banque, sans État, sans intermédiaire.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monnaie dont la quantité totale est fixée à l'avance (21 millions de bitcoins, pas un de plus) et que personne ne...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3 janvier 2009, le premier bloc Bitcoin est créé. Satoshi y inscrit un message :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« The Times 03/Jan/2009 Chancellor on brink of second bailout for banks »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référence à la une du journal britannique The Times ce jour-là — les banques sont à nouveau au bord du gouffre.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120640" y="45720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557784"/>
            <a:ext cx="438912" cy="4389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806440" y="4572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pied-de-nez au système.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120640" y="118872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289304"/>
            <a:ext cx="438912" cy="43891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8064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Jusqu'en 2010, Bitcoin ne valait rien.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120640" y="19202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020824"/>
            <a:ext cx="438912" cy="43891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806440" y="1920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première transaction commerciale connue : un développeur a payé 10 000 BTC...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43000"/>
            <a:ext cx="502920" cy="502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l'époque, cela valait 40 dollars.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324612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43000"/>
            <a:ext cx="502920" cy="5029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38328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Aujourd'hui, ces 10 000 BTC vaudraient plus d'un milliard...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589788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43000"/>
            <a:ext cx="502920" cy="5029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03504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2011, Satoshi disparaît définitivement d'internet.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59436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651760"/>
            <a:ext cx="502920" cy="5029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3152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ne sait qui il est vraiment.</a:t>
            </a:r>
            <a:endParaRPr lang="en-US" sz="1100" dirty="0"/>
          </a:p>
        </p:txBody>
      </p:sp>
      <p:sp>
        <p:nvSpPr>
          <p:cNvPr id="14" name="Shape 8"/>
          <p:cNvSpPr/>
          <p:nvPr/>
        </p:nvSpPr>
        <p:spPr>
          <a:xfrm>
            <a:off x="324612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651760"/>
            <a:ext cx="502920" cy="5029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338328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aurait environ 1 million de bitcoins — mais n'en a jam...</a:t>
            </a:r>
            <a:endParaRPr lang="en-US" sz="1100" dirty="0"/>
          </a:p>
        </p:txBody>
      </p:sp>
      <p:sp>
        <p:nvSpPr>
          <p:cNvPr id="17" name="Text 10"/>
          <p:cNvSpPr txBox="1"/>
          <p:nvPr/>
        </p:nvSpPr>
        <p:spPr>
          <a:xfrm>
            <a:off x="338328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seul.</a:t>
            </a:r>
            <a:endParaRPr lang="en-US" sz="900" dirty="0"/>
          </a:p>
        </p:txBody>
      </p:sp>
      <p:sp>
        <p:nvSpPr>
          <p:cNvPr id="18" name="Shape 11"/>
          <p:cNvSpPr/>
          <p:nvPr/>
        </p:nvSpPr>
        <p:spPr>
          <a:xfrm>
            <a:off x="589788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0" y="2651760"/>
            <a:ext cx="502920" cy="50292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603504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Bitcoin, lui, ne s'est jamais arrêté. Depuis 15 ans, le r...</a:t>
            </a:r>
            <a:endParaRPr lang="en-US" sz="1100" dirty="0"/>
          </a:p>
        </p:txBody>
      </p:sp>
      <p:sp>
        <p:nvSpPr>
          <p:cNvPr id="21" name="Text 13"/>
          <p:cNvSpPr txBox="1"/>
          <p:nvPr/>
        </p:nvSpPr>
        <p:spPr>
          <a:xfrm>
            <a:off x="603504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nne 24h/24, sans interruption, sans faille.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EC4899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4 / 4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révolution Satoshi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Premiers pas pratiques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EC4899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Satoshi a inventé va bien au-delà de Bitcoin. Il a résolu un problème mathématique vieux de 30 ans : comment mettre d'accord un réseau de personnes qui ne se connaissent 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Bitcoin, tout système numérique de valeur reposait sur un tiers de confiance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banque garde le décompte de votre argent.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PayPal enregistre vos paiements.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sait combien vous avez sur votre compte.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ce tiers ferme, disparaît, se fait pirater, ou décide de bloquer votre compte, votre argent est en péril.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Satoshi a proposé une alternative : la blockchain. Un grand livre de comptes copié sur des milliers d'ordinateurs à travers le monde, tenu à jour ensemble, sans chef. Si l'un me...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Leçon 4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trois innovations majeures :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preuve de travail (Proof-of-Work) : pour ajouter une transaction, il faut résoudre un puzzle mathématique coûteux ...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chaîne de blocs cryptographique : chaque bloc contient l'empreinte du bloc précédent. Modifier un bloc oblige à mo...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120640" y="45720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557784"/>
            <a:ext cx="438912" cy="4389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806440" y="4572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récompense pour les mineurs : ceux qui sécurisent le réseau reçoivent de n...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120640" y="118872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289304"/>
            <a:ext cx="438912" cy="43891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8064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Aujourd'hui, cette technologie inspire des milliers d'autres projets : Ethere...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révolution Satoshi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EC489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banque garde le décompte de votre argent.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EC489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PayPal enregistre vos paiements.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EC489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sait combien vous avez sur votre compte.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EC489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preuve de travail (Proof-of-Work) : pour ajouter une transaction, il faut résoudre un puzzle mathématique coûteux en énergie. Cela empêche de tr...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EC489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chaîne de blocs cryptographique : chaque bloc contient l'empreinte du bloc précédent. Modifier un bloc oblige à modifier toute la chaîne — mathé...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457200"/>
            <a:ext cx="3657600" cy="3657600"/>
          </a:xfrm>
          <a:prstGeom prst="ellipse">
            <a:avLst/>
          </a:prstGeom>
          <a:solidFill>
            <a:srgbClr val="EC4899">
              <a:alpha val="6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91440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3774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termine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3017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Passez au module suivant pour continuer votre apprentissage.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200400" y="3657600"/>
            <a:ext cx="2743200" cy="36576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2286000" y="3931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9E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terangaexchange.com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Terex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3 - Premiers pas pratiques</dc:title>
  <dc:subject>Premiers pas pratiques</dc:subject>
  <dc:creator>Terex Academy</dc:creator>
  <cp:lastModifiedBy>Terex Academy</cp:lastModifiedBy>
  <cp:revision>1</cp:revision>
  <dcterms:created xsi:type="dcterms:W3CDTF">2026-09-07T01:22:29Z</dcterms:created>
  <dcterms:modified xsi:type="dcterms:W3CDTF">2026-09-07T01:22:29Z</dcterms:modified>
</cp:coreProperties>
</file>